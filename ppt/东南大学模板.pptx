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3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35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52"/>
  </p:notesMasterIdLst>
  <p:sldIdLst>
    <p:sldId id="672" r:id="rId3"/>
    <p:sldId id="696" r:id="rId4"/>
    <p:sldId id="699" r:id="rId5"/>
    <p:sldId id="673" r:id="rId6"/>
    <p:sldId id="697" r:id="rId7"/>
    <p:sldId id="682" r:id="rId8"/>
    <p:sldId id="684" r:id="rId9"/>
    <p:sldId id="559" r:id="rId10"/>
    <p:sldId id="592" r:id="rId11"/>
    <p:sldId id="544" r:id="rId12"/>
    <p:sldId id="706" r:id="rId13"/>
    <p:sldId id="674" r:id="rId14"/>
    <p:sldId id="676" r:id="rId15"/>
    <p:sldId id="560" r:id="rId16"/>
    <p:sldId id="651" r:id="rId17"/>
    <p:sldId id="547" r:id="rId18"/>
    <p:sldId id="548" r:id="rId19"/>
    <p:sldId id="549" r:id="rId20"/>
    <p:sldId id="550" r:id="rId21"/>
    <p:sldId id="692" r:id="rId22"/>
    <p:sldId id="695" r:id="rId23"/>
    <p:sldId id="571" r:id="rId24"/>
    <p:sldId id="567" r:id="rId25"/>
    <p:sldId id="569" r:id="rId26"/>
    <p:sldId id="563" r:id="rId27"/>
    <p:sldId id="564" r:id="rId28"/>
    <p:sldId id="561" r:id="rId29"/>
    <p:sldId id="690" r:id="rId30"/>
    <p:sldId id="691" r:id="rId31"/>
    <p:sldId id="562" r:id="rId32"/>
    <p:sldId id="700" r:id="rId33"/>
    <p:sldId id="576" r:id="rId34"/>
    <p:sldId id="573" r:id="rId35"/>
    <p:sldId id="575" r:id="rId36"/>
    <p:sldId id="574" r:id="rId37"/>
    <p:sldId id="653" r:id="rId38"/>
    <p:sldId id="580" r:id="rId39"/>
    <p:sldId id="581" r:id="rId40"/>
    <p:sldId id="582" r:id="rId41"/>
    <p:sldId id="587" r:id="rId42"/>
    <p:sldId id="584" r:id="rId43"/>
    <p:sldId id="585" r:id="rId44"/>
    <p:sldId id="588" r:id="rId45"/>
    <p:sldId id="586" r:id="rId46"/>
    <p:sldId id="590" r:id="rId47"/>
    <p:sldId id="675" r:id="rId48"/>
    <p:sldId id="654" r:id="rId49"/>
    <p:sldId id="656" r:id="rId50"/>
    <p:sldId id="698" r:id="rId51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大赛介绍页面" id="{E6DCE105-C659-41A6-A16B-06D32DD339E7}">
          <p14:sldIdLst/>
        </p14:section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6"/>
            <p14:sldId id="573"/>
            <p14:sldId id="575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/>
        </p14:section>
        <p14:section name="使用规范" id="{47918508-6F2A-4DC8-ACB3-0B9712E4E20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32" autoAdjust="0"/>
    <p:restoredTop sz="79874" autoAdjust="0"/>
  </p:normalViewPr>
  <p:slideViewPr>
    <p:cSldViewPr snapToGrid="0">
      <p:cViewPr varScale="1">
        <p:scale>
          <a:sx n="102" d="100"/>
          <a:sy n="102" d="100"/>
        </p:scale>
        <p:origin x="82" y="10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gs" Target="tags/tag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40.png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分母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实验一</c:v>
                </c:pt>
                <c:pt idx="1">
                  <c:v>实验二</c:v>
                </c:pt>
                <c:pt idx="2">
                  <c:v>实验三</c:v>
                </c:pt>
                <c:pt idx="3">
                  <c:v>实验四</c:v>
                </c:pt>
                <c:pt idx="4">
                  <c:v>实验五</c:v>
                </c:pt>
                <c:pt idx="5">
                  <c:v>实验六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F4-45E0-A81A-8DB628BAFD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FF4-45E0-A81A-8DB628BAFD56}"/>
              </c:ext>
            </c:extLst>
          </c:dPt>
          <c:cat>
            <c:strRef>
              <c:f>Sheet1!$A$2:$A$7</c:f>
              <c:strCache>
                <c:ptCount val="6"/>
                <c:pt idx="0">
                  <c:v>实验一</c:v>
                </c:pt>
                <c:pt idx="1">
                  <c:v>实验二</c:v>
                </c:pt>
                <c:pt idx="2">
                  <c:v>实验三</c:v>
                </c:pt>
                <c:pt idx="3">
                  <c:v>实验四</c:v>
                </c:pt>
                <c:pt idx="4">
                  <c:v>实验五</c:v>
                </c:pt>
                <c:pt idx="5">
                  <c:v>实验六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F4-45E0-A81A-8DB628BAFD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582656824"/>
        <c:axId val="1582649280"/>
      </c:barChart>
      <c:catAx>
        <c:axId val="158265682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1582649280"/>
        <c:crosses val="autoZero"/>
        <c:auto val="1"/>
        <c:lblAlgn val="ctr"/>
        <c:lblOffset val="200"/>
        <c:noMultiLvlLbl val="0"/>
      </c:catAx>
      <c:valAx>
        <c:axId val="1582649280"/>
        <c:scaling>
          <c:orientation val="minMax"/>
          <c:max val="2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1582656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39cb936-79a3-44ad-b986-78a0e699f1f6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EF-4D24-98D9-C239B2DC383A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FEF-4D24-98D9-C239B2DC38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对象 1</c:v>
                </c:pt>
                <c:pt idx="1">
                  <c:v>对象 2</c:v>
                </c:pt>
                <c:pt idx="2">
                  <c:v>对象 3</c:v>
                </c:pt>
                <c:pt idx="3">
                  <c:v>对象 4</c:v>
                </c:pt>
                <c:pt idx="4">
                  <c:v>对象 5</c:v>
                </c:pt>
                <c:pt idx="5">
                  <c:v>对象 6</c:v>
                </c:pt>
                <c:pt idx="6">
                  <c:v>对象 7</c:v>
                </c:pt>
                <c:pt idx="7">
                  <c:v>对象 8</c:v>
                </c:pt>
                <c:pt idx="8">
                  <c:v>对象 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15</c:v>
                </c:pt>
                <c:pt idx="5">
                  <c:v>14</c:v>
                </c:pt>
                <c:pt idx="6">
                  <c:v>11</c:v>
                </c:pt>
                <c:pt idx="7">
                  <c:v>12</c:v>
                </c:pt>
                <c:pt idx="8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EF-4D24-98D9-C239B2DC38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7669879"/>
        <c:axId val="237670207"/>
      </c:barChart>
      <c:catAx>
        <c:axId val="237669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237670207"/>
        <c:crosses val="autoZero"/>
        <c:auto val="1"/>
        <c:lblAlgn val="ctr"/>
        <c:lblOffset val="100"/>
        <c:noMultiLvlLbl val="0"/>
      </c:catAx>
      <c:valAx>
        <c:axId val="23767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237669879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265d3df-9949-4cb7-ada7-96fcd5975615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01-422C-AAAF-DE69014F8690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01-422C-AAAF-DE69014F869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对象 1</c:v>
                </c:pt>
                <c:pt idx="1">
                  <c:v>对象 2</c:v>
                </c:pt>
                <c:pt idx="2">
                  <c:v>对象 3</c:v>
                </c:pt>
                <c:pt idx="3">
                  <c:v>对象 4</c:v>
                </c:pt>
                <c:pt idx="4">
                  <c:v>对象 5</c:v>
                </c:pt>
                <c:pt idx="5">
                  <c:v>对象 6</c:v>
                </c:pt>
                <c:pt idx="6">
                  <c:v>对象 7</c:v>
                </c:pt>
                <c:pt idx="7">
                  <c:v>对象 8</c:v>
                </c:pt>
                <c:pt idx="8">
                  <c:v>对象 9</c:v>
                </c:pt>
                <c:pt idx="9">
                  <c:v>对象 10</c:v>
                </c:pt>
                <c:pt idx="10">
                  <c:v>对象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15</c:v>
                </c:pt>
                <c:pt idx="5">
                  <c:v>14</c:v>
                </c:pt>
                <c:pt idx="6">
                  <c:v>11</c:v>
                </c:pt>
                <c:pt idx="7">
                  <c:v>12</c:v>
                </c:pt>
                <c:pt idx="8">
                  <c:v>18</c:v>
                </c:pt>
                <c:pt idx="9">
                  <c:v>10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01-422C-AAAF-DE69014F86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37669879"/>
        <c:axId val="237670207"/>
      </c:barChart>
      <c:catAx>
        <c:axId val="237669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237670207"/>
        <c:crosses val="autoZero"/>
        <c:auto val="1"/>
        <c:lblAlgn val="ctr"/>
        <c:lblOffset val="100"/>
        <c:noMultiLvlLbl val="0"/>
      </c:catAx>
      <c:valAx>
        <c:axId val="23767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237669879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91543ec-c32f-404e-9eb3-69723a1882d5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FA-4688-AA55-8D091261B74E}"/>
              </c:ext>
            </c:extLst>
          </c:dPt>
          <c:dPt>
            <c:idx val="8"/>
            <c:invertIfNegative val="0"/>
            <c:bubble3D val="0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FA-4688-AA55-8D091261B7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对象 1</c:v>
                </c:pt>
                <c:pt idx="1">
                  <c:v>对象 2</c:v>
                </c:pt>
                <c:pt idx="2">
                  <c:v>对象 3</c:v>
                </c:pt>
                <c:pt idx="3">
                  <c:v>对象 4</c:v>
                </c:pt>
                <c:pt idx="4">
                  <c:v>对象 5</c:v>
                </c:pt>
                <c:pt idx="5">
                  <c:v>对象 6</c:v>
                </c:pt>
                <c:pt idx="6">
                  <c:v>对象 7</c:v>
                </c:pt>
                <c:pt idx="7">
                  <c:v>对象 8</c:v>
                </c:pt>
                <c:pt idx="8">
                  <c:v>对象 9</c:v>
                </c:pt>
                <c:pt idx="9">
                  <c:v>对象 10</c:v>
                </c:pt>
                <c:pt idx="10">
                  <c:v>对象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15</c:v>
                </c:pt>
                <c:pt idx="5">
                  <c:v>14</c:v>
                </c:pt>
                <c:pt idx="6">
                  <c:v>11</c:v>
                </c:pt>
                <c:pt idx="7">
                  <c:v>12</c:v>
                </c:pt>
                <c:pt idx="8">
                  <c:v>18</c:v>
                </c:pt>
                <c:pt idx="9">
                  <c:v>10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FA-4688-AA55-8D091261B7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237669879"/>
        <c:axId val="237670207"/>
      </c:barChart>
      <c:catAx>
        <c:axId val="237669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237670207"/>
        <c:crosses val="autoZero"/>
        <c:auto val="1"/>
        <c:lblAlgn val="ctr"/>
        <c:lblOffset val="100"/>
        <c:noMultiLvlLbl val="0"/>
      </c:catAx>
      <c:valAx>
        <c:axId val="23767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237669879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435d22f-e870-4690-891f-1ed8c4367775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5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数目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5F-4BFD-B606-A218C5941185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5F-4BFD-B606-A218C5941185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5F-4BFD-B606-A218C59411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f923c15-96ef-4e5d-b066-335b269ccb92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数目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60-49E0-A8B6-13EB065E8886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60-49E0-A8B6-13EB065E8886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60-49E0-A8B6-13EB065E88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a01fa5e-9594-4a33-a09f-7cb4c57c9983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数目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82-44E4-B722-D20F01D1BCC5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82-44E4-B722-D20F01D1BCC5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82-44E4-B722-D20F01D1B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82552ef-560e-4963-a9cc-8389a5195490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713-4DDE-A77F-073F6B5D1844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13-4DDE-A77F-073F6B5D1844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13-4DDE-A77F-073F6B5D1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f0885a0-31c2-4dfa-835f-6c570cdcbdff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88-45C7-890F-D30A829D80A2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88-45C7-890F-D30A829D80A2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88-45C7-890F-D30A829D80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e207556-9791-4863-b9eb-124fb113a79a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B7-4B0C-BBEE-6D56814303ED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FB7-4B0C-BBEE-6D56814303ED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B7-4B0C-BBEE-6D56814303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1FB7-4B0C-BBEE-6D56814303ED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FB7-4B0C-BBEE-6D56814303ED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FB7-4B0C-BBEE-6D56814303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占比3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FB7-4B0C-BBEE-6D56814303ED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FB7-4B0C-BBEE-6D56814303ED}"/>
              </c:ext>
            </c:extLst>
          </c:dPt>
          <c:cat>
            <c:strRef>
              <c:f>Sheet1!$A$2:$A$3</c:f>
              <c:strCache>
                <c:ptCount val="2"/>
                <c:pt idx="0">
                  <c:v>数据占比</c:v>
                </c:pt>
                <c:pt idx="1">
                  <c:v>100-数据占比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FB7-4B0C-BBEE-6D5681430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26428b4-6f83-4314-a907-9218f0d4b423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对象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实验一</c:v>
                </c:pt>
                <c:pt idx="1">
                  <c:v>实验二</c:v>
                </c:pt>
                <c:pt idx="2">
                  <c:v>实验三</c:v>
                </c:pt>
                <c:pt idx="3">
                  <c:v>实验四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305-4ACA-A59D-C0433C4AB1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对象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实验一</c:v>
                </c:pt>
                <c:pt idx="1">
                  <c:v>实验二</c:v>
                </c:pt>
                <c:pt idx="2">
                  <c:v>实验三</c:v>
                </c:pt>
                <c:pt idx="3">
                  <c:v>实验四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305-4ACA-A59D-C0433C4AB1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对象 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实验一</c:v>
                </c:pt>
                <c:pt idx="1">
                  <c:v>实验二</c:v>
                </c:pt>
                <c:pt idx="2">
                  <c:v>实验三</c:v>
                </c:pt>
                <c:pt idx="3">
                  <c:v>实验四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305-4ACA-A59D-C0433C4AB1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9015336"/>
        <c:axId val="1189013696"/>
      </c:lineChart>
      <c:catAx>
        <c:axId val="1189015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1189013696"/>
        <c:crosses val="autoZero"/>
        <c:auto val="1"/>
        <c:lblAlgn val="ctr"/>
        <c:lblOffset val="100"/>
        <c:noMultiLvlLbl val="0"/>
      </c:catAx>
      <c:valAx>
        <c:axId val="1189013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defRPr>
            </a:pPr>
            <a:endParaRPr lang="zh-CN"/>
          </a:p>
        </c:txPr>
        <c:crossAx val="1189015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be136c8-6d67-48c4-9db7-6b92a4354adf}"/>
      </c:ext>
    </c:extLst>
  </c:chart>
  <c:spPr>
    <a:noFill/>
    <a:ln>
      <a:noFill/>
    </a:ln>
    <a:effectLst/>
  </c:spPr>
  <c:txPr>
    <a:bodyPr/>
    <a:lstStyle/>
    <a:p>
      <a:pPr>
        <a:defRPr lang="zh-CN">
          <a:ea typeface="+mn-ea"/>
          <a:cs typeface="+mn-ea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 cstate="print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52958" y="2108340"/>
            <a:ext cx="5798382" cy="878840"/>
          </a:xfrm>
        </p:spPr>
        <p:txBody>
          <a:bodyPr/>
          <a:lstStyle/>
          <a:p>
            <a:r>
              <a:rPr lang="zh-CN" altLang="zh-CN" dirty="0"/>
              <a:t>多层柜子中的物品类别识别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652958" y="1228484"/>
            <a:ext cx="5798382" cy="878840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实验五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2958" y="4379642"/>
            <a:ext cx="2506802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答辩人：</a:t>
            </a:r>
            <a:r>
              <a:rPr lang="zh-CN" altLang="en-US" sz="2000" dirty="0">
                <a:solidFill>
                  <a:schemeClr val="accent2"/>
                </a:solidFill>
                <a:latin typeface="Arial" panose="020B0604020202020204"/>
                <a:cs typeface="+mn-ea"/>
              </a:rPr>
              <a:t>王昊然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9835" y="4379642"/>
            <a:ext cx="2280347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指导老师：</a:t>
            </a:r>
            <a:r>
              <a:rPr lang="zh-CN" altLang="en-US" sz="2000" dirty="0">
                <a:solidFill>
                  <a:schemeClr val="accent2"/>
                </a:solidFill>
                <a:latin typeface="Arial" panose="020B0604020202020204"/>
                <a:cs typeface="+mn-ea"/>
              </a:rPr>
              <a:t>钱堃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7504" y="4899847"/>
            <a:ext cx="3680976" cy="70788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答辩日期：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/>
                <a:cs typeface="+mn-ea"/>
              </a:rPr>
              <a:t>2026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/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/>
                <a:cs typeface="+mn-ea"/>
              </a:rPr>
              <a:t>6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/18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其他成员：唐一宁、方舟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日期占位符 5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565044" y="812926"/>
            <a:ext cx="4449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数据采集与开放语义识别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889184" y="1982670"/>
            <a:ext cx="202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实例分割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54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194005" y="3214409"/>
            <a:ext cx="2868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柜层识别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54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003504" y="4478582"/>
            <a:ext cx="4010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空位检测与</a:t>
            </a:r>
            <a:r>
              <a:rPr lang="en-US" altLang="zh-CN" sz="2800" b="1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3D</a:t>
            </a:r>
            <a:r>
              <a:rPr lang="zh-CN" altLang="en-US" sz="2800" b="1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定位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54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467944" y="5579499"/>
            <a:ext cx="202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人机交互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543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256293" y="1979232"/>
            <a:ext cx="495959" cy="495959"/>
            <a:chOff x="6932134" y="1758101"/>
            <a:chExt cx="495959" cy="495959"/>
          </a:xfrm>
        </p:grpSpPr>
        <p:sp>
          <p:nvSpPr>
            <p:cNvPr id="63" name="íṥļîḓê"/>
            <p:cNvSpPr/>
            <p:nvPr/>
          </p:nvSpPr>
          <p:spPr>
            <a:xfrm>
              <a:off x="6932134" y="175810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4" name="íṥlíḓê"/>
            <p:cNvSpPr/>
            <p:nvPr/>
          </p:nvSpPr>
          <p:spPr>
            <a:xfrm>
              <a:off x="6977987" y="180395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5" name="ïśļiḑé"/>
            <p:cNvSpPr/>
            <p:nvPr/>
          </p:nvSpPr>
          <p:spPr>
            <a:xfrm>
              <a:off x="7055794" y="1924242"/>
              <a:ext cx="248637" cy="163678"/>
            </a:xfrm>
            <a:custGeom>
              <a:avLst/>
              <a:gdLst>
                <a:gd name="connsiteX0" fmla="*/ 424341 w 607145"/>
                <a:gd name="connsiteY0" fmla="*/ 192546 h 399683"/>
                <a:gd name="connsiteX1" fmla="*/ 374104 w 607145"/>
                <a:gd name="connsiteY1" fmla="*/ 200647 h 399683"/>
                <a:gd name="connsiteX2" fmla="*/ 369850 w 607145"/>
                <a:gd name="connsiteY2" fmla="*/ 214854 h 399683"/>
                <a:gd name="connsiteX3" fmla="*/ 384076 w 607145"/>
                <a:gd name="connsiteY3" fmla="*/ 219247 h 399683"/>
                <a:gd name="connsiteX4" fmla="*/ 400942 w 607145"/>
                <a:gd name="connsiteY4" fmla="*/ 213975 h 399683"/>
                <a:gd name="connsiteX5" fmla="*/ 498617 w 607145"/>
                <a:gd name="connsiteY5" fmla="*/ 232429 h 399683"/>
                <a:gd name="connsiteX6" fmla="*/ 539828 w 607145"/>
                <a:gd name="connsiteY6" fmla="*/ 250443 h 399683"/>
                <a:gd name="connsiteX7" fmla="*/ 544668 w 607145"/>
                <a:gd name="connsiteY7" fmla="*/ 251615 h 399683"/>
                <a:gd name="connsiteX8" fmla="*/ 554054 w 607145"/>
                <a:gd name="connsiteY8" fmla="*/ 245903 h 399683"/>
                <a:gd name="connsiteX9" fmla="*/ 549508 w 607145"/>
                <a:gd name="connsiteY9" fmla="*/ 231843 h 399683"/>
                <a:gd name="connsiteX10" fmla="*/ 424341 w 607145"/>
                <a:gd name="connsiteY10" fmla="*/ 192546 h 399683"/>
                <a:gd name="connsiteX11" fmla="*/ 179418 w 607145"/>
                <a:gd name="connsiteY11" fmla="*/ 192544 h 399683"/>
                <a:gd name="connsiteX12" fmla="*/ 54260 w 607145"/>
                <a:gd name="connsiteY12" fmla="*/ 231696 h 399683"/>
                <a:gd name="connsiteX13" fmla="*/ 49714 w 607145"/>
                <a:gd name="connsiteY13" fmla="*/ 245903 h 399683"/>
                <a:gd name="connsiteX14" fmla="*/ 59099 w 607145"/>
                <a:gd name="connsiteY14" fmla="*/ 251615 h 399683"/>
                <a:gd name="connsiteX15" fmla="*/ 63939 w 607145"/>
                <a:gd name="connsiteY15" fmla="*/ 250443 h 399683"/>
                <a:gd name="connsiteX16" fmla="*/ 105147 w 607145"/>
                <a:gd name="connsiteY16" fmla="*/ 232429 h 399683"/>
                <a:gd name="connsiteX17" fmla="*/ 202962 w 607145"/>
                <a:gd name="connsiteY17" fmla="*/ 213975 h 399683"/>
                <a:gd name="connsiteX18" fmla="*/ 219680 w 607145"/>
                <a:gd name="connsiteY18" fmla="*/ 219247 h 399683"/>
                <a:gd name="connsiteX19" fmla="*/ 233905 w 607145"/>
                <a:gd name="connsiteY19" fmla="*/ 214854 h 399683"/>
                <a:gd name="connsiteX20" fmla="*/ 229652 w 607145"/>
                <a:gd name="connsiteY20" fmla="*/ 200647 h 399683"/>
                <a:gd name="connsiteX21" fmla="*/ 179418 w 607145"/>
                <a:gd name="connsiteY21" fmla="*/ 192544 h 399683"/>
                <a:gd name="connsiteX22" fmla="*/ 424341 w 607145"/>
                <a:gd name="connsiteY22" fmla="*/ 126430 h 399683"/>
                <a:gd name="connsiteX23" fmla="*/ 374104 w 607145"/>
                <a:gd name="connsiteY23" fmla="*/ 134448 h 399683"/>
                <a:gd name="connsiteX24" fmla="*/ 369850 w 607145"/>
                <a:gd name="connsiteY24" fmla="*/ 148801 h 399683"/>
                <a:gd name="connsiteX25" fmla="*/ 384076 w 607145"/>
                <a:gd name="connsiteY25" fmla="*/ 153049 h 399683"/>
                <a:gd name="connsiteX26" fmla="*/ 400942 w 607145"/>
                <a:gd name="connsiteY26" fmla="*/ 147922 h 399683"/>
                <a:gd name="connsiteX27" fmla="*/ 498617 w 607145"/>
                <a:gd name="connsiteY27" fmla="*/ 166376 h 399683"/>
                <a:gd name="connsiteX28" fmla="*/ 539828 w 607145"/>
                <a:gd name="connsiteY28" fmla="*/ 184390 h 399683"/>
                <a:gd name="connsiteX29" fmla="*/ 544668 w 607145"/>
                <a:gd name="connsiteY29" fmla="*/ 185562 h 399683"/>
                <a:gd name="connsiteX30" fmla="*/ 554054 w 607145"/>
                <a:gd name="connsiteY30" fmla="*/ 179850 h 399683"/>
                <a:gd name="connsiteX31" fmla="*/ 549508 w 607145"/>
                <a:gd name="connsiteY31" fmla="*/ 165644 h 399683"/>
                <a:gd name="connsiteX32" fmla="*/ 424341 w 607145"/>
                <a:gd name="connsiteY32" fmla="*/ 126430 h 399683"/>
                <a:gd name="connsiteX33" fmla="*/ 179418 w 607145"/>
                <a:gd name="connsiteY33" fmla="*/ 126430 h 399683"/>
                <a:gd name="connsiteX34" fmla="*/ 54260 w 607145"/>
                <a:gd name="connsiteY34" fmla="*/ 165644 h 399683"/>
                <a:gd name="connsiteX35" fmla="*/ 49714 w 607145"/>
                <a:gd name="connsiteY35" fmla="*/ 179850 h 399683"/>
                <a:gd name="connsiteX36" fmla="*/ 59099 w 607145"/>
                <a:gd name="connsiteY36" fmla="*/ 185562 h 399683"/>
                <a:gd name="connsiteX37" fmla="*/ 63939 w 607145"/>
                <a:gd name="connsiteY37" fmla="*/ 184390 h 399683"/>
                <a:gd name="connsiteX38" fmla="*/ 105147 w 607145"/>
                <a:gd name="connsiteY38" fmla="*/ 166376 h 399683"/>
                <a:gd name="connsiteX39" fmla="*/ 202962 w 607145"/>
                <a:gd name="connsiteY39" fmla="*/ 147922 h 399683"/>
                <a:gd name="connsiteX40" fmla="*/ 219680 w 607145"/>
                <a:gd name="connsiteY40" fmla="*/ 153049 h 399683"/>
                <a:gd name="connsiteX41" fmla="*/ 233905 w 607145"/>
                <a:gd name="connsiteY41" fmla="*/ 148801 h 399683"/>
                <a:gd name="connsiteX42" fmla="*/ 229652 w 607145"/>
                <a:gd name="connsiteY42" fmla="*/ 134448 h 399683"/>
                <a:gd name="connsiteX43" fmla="*/ 179418 w 607145"/>
                <a:gd name="connsiteY43" fmla="*/ 126430 h 399683"/>
                <a:gd name="connsiteX44" fmla="*/ 424341 w 607145"/>
                <a:gd name="connsiteY44" fmla="*/ 60293 h 399683"/>
                <a:gd name="connsiteX45" fmla="*/ 374104 w 607145"/>
                <a:gd name="connsiteY45" fmla="*/ 68396 h 399683"/>
                <a:gd name="connsiteX46" fmla="*/ 369850 w 607145"/>
                <a:gd name="connsiteY46" fmla="*/ 82602 h 399683"/>
                <a:gd name="connsiteX47" fmla="*/ 384076 w 607145"/>
                <a:gd name="connsiteY47" fmla="*/ 86996 h 399683"/>
                <a:gd name="connsiteX48" fmla="*/ 400942 w 607145"/>
                <a:gd name="connsiteY48" fmla="*/ 81724 h 399683"/>
                <a:gd name="connsiteX49" fmla="*/ 498471 w 607145"/>
                <a:gd name="connsiteY49" fmla="*/ 100177 h 399683"/>
                <a:gd name="connsiteX50" fmla="*/ 539828 w 607145"/>
                <a:gd name="connsiteY50" fmla="*/ 118192 h 399683"/>
                <a:gd name="connsiteX51" fmla="*/ 544668 w 607145"/>
                <a:gd name="connsiteY51" fmla="*/ 119363 h 399683"/>
                <a:gd name="connsiteX52" fmla="*/ 554054 w 607145"/>
                <a:gd name="connsiteY52" fmla="*/ 113651 h 399683"/>
                <a:gd name="connsiteX53" fmla="*/ 549508 w 607145"/>
                <a:gd name="connsiteY53" fmla="*/ 99445 h 399683"/>
                <a:gd name="connsiteX54" fmla="*/ 424341 w 607145"/>
                <a:gd name="connsiteY54" fmla="*/ 60293 h 399683"/>
                <a:gd name="connsiteX55" fmla="*/ 179418 w 607145"/>
                <a:gd name="connsiteY55" fmla="*/ 60293 h 399683"/>
                <a:gd name="connsiteX56" fmla="*/ 54260 w 607145"/>
                <a:gd name="connsiteY56" fmla="*/ 99445 h 399683"/>
                <a:gd name="connsiteX57" fmla="*/ 49714 w 607145"/>
                <a:gd name="connsiteY57" fmla="*/ 113651 h 399683"/>
                <a:gd name="connsiteX58" fmla="*/ 59099 w 607145"/>
                <a:gd name="connsiteY58" fmla="*/ 119363 h 399683"/>
                <a:gd name="connsiteX59" fmla="*/ 63939 w 607145"/>
                <a:gd name="connsiteY59" fmla="*/ 118192 h 399683"/>
                <a:gd name="connsiteX60" fmla="*/ 105147 w 607145"/>
                <a:gd name="connsiteY60" fmla="*/ 100177 h 399683"/>
                <a:gd name="connsiteX61" fmla="*/ 202962 w 607145"/>
                <a:gd name="connsiteY61" fmla="*/ 81724 h 399683"/>
                <a:gd name="connsiteX62" fmla="*/ 219680 w 607145"/>
                <a:gd name="connsiteY62" fmla="*/ 86996 h 399683"/>
                <a:gd name="connsiteX63" fmla="*/ 233905 w 607145"/>
                <a:gd name="connsiteY63" fmla="*/ 82602 h 399683"/>
                <a:gd name="connsiteX64" fmla="*/ 229652 w 607145"/>
                <a:gd name="connsiteY64" fmla="*/ 68396 h 399683"/>
                <a:gd name="connsiteX65" fmla="*/ 179418 w 607145"/>
                <a:gd name="connsiteY65" fmla="*/ 60293 h 399683"/>
                <a:gd name="connsiteX66" fmla="*/ 402115 w 607145"/>
                <a:gd name="connsiteY66" fmla="*/ 0 h 399683"/>
                <a:gd name="connsiteX67" fmla="*/ 607145 w 607145"/>
                <a:gd name="connsiteY67" fmla="*/ 64295 h 399683"/>
                <a:gd name="connsiteX68" fmla="*/ 607145 w 607145"/>
                <a:gd name="connsiteY68" fmla="*/ 399683 h 399683"/>
                <a:gd name="connsiteX69" fmla="*/ 398449 w 607145"/>
                <a:gd name="connsiteY69" fmla="*/ 341686 h 399683"/>
                <a:gd name="connsiteX70" fmla="*/ 315000 w 607145"/>
                <a:gd name="connsiteY70" fmla="*/ 370538 h 399683"/>
                <a:gd name="connsiteX71" fmla="*/ 313240 w 607145"/>
                <a:gd name="connsiteY71" fmla="*/ 372296 h 399683"/>
                <a:gd name="connsiteX72" fmla="*/ 313240 w 607145"/>
                <a:gd name="connsiteY72" fmla="*/ 50235 h 399683"/>
                <a:gd name="connsiteX73" fmla="*/ 314560 w 607145"/>
                <a:gd name="connsiteY73" fmla="*/ 45988 h 399683"/>
                <a:gd name="connsiteX74" fmla="*/ 402115 w 607145"/>
                <a:gd name="connsiteY74" fmla="*/ 0 h 399683"/>
                <a:gd name="connsiteX75" fmla="*/ 205015 w 607145"/>
                <a:gd name="connsiteY75" fmla="*/ 0 h 399683"/>
                <a:gd name="connsiteX76" fmla="*/ 292564 w 607145"/>
                <a:gd name="connsiteY76" fmla="*/ 45988 h 399683"/>
                <a:gd name="connsiteX77" fmla="*/ 292271 w 607145"/>
                <a:gd name="connsiteY77" fmla="*/ 47013 h 399683"/>
                <a:gd name="connsiteX78" fmla="*/ 292124 w 607145"/>
                <a:gd name="connsiteY78" fmla="*/ 49064 h 399683"/>
                <a:gd name="connsiteX79" fmla="*/ 292124 w 607145"/>
                <a:gd name="connsiteY79" fmla="*/ 370538 h 399683"/>
                <a:gd name="connsiteX80" fmla="*/ 208534 w 607145"/>
                <a:gd name="connsiteY80" fmla="*/ 341686 h 399683"/>
                <a:gd name="connsiteX81" fmla="*/ 0 w 607145"/>
                <a:gd name="connsiteY81" fmla="*/ 399683 h 399683"/>
                <a:gd name="connsiteX82" fmla="*/ 0 w 607145"/>
                <a:gd name="connsiteY82" fmla="*/ 64295 h 399683"/>
                <a:gd name="connsiteX83" fmla="*/ 205015 w 607145"/>
                <a:gd name="connsiteY83" fmla="*/ 0 h 39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7145" h="399683">
                  <a:moveTo>
                    <a:pt x="424341" y="192546"/>
                  </a:moveTo>
                  <a:cubicBezTo>
                    <a:pt x="405663" y="191228"/>
                    <a:pt x="388037" y="193178"/>
                    <a:pt x="374104" y="200647"/>
                  </a:cubicBezTo>
                  <a:cubicBezTo>
                    <a:pt x="368970" y="203430"/>
                    <a:pt x="367064" y="209728"/>
                    <a:pt x="369850" y="214854"/>
                  </a:cubicBezTo>
                  <a:cubicBezTo>
                    <a:pt x="372637" y="219980"/>
                    <a:pt x="378943" y="221884"/>
                    <a:pt x="384076" y="219247"/>
                  </a:cubicBezTo>
                  <a:cubicBezTo>
                    <a:pt x="388916" y="216611"/>
                    <a:pt x="394636" y="215000"/>
                    <a:pt x="400942" y="213975"/>
                  </a:cubicBezTo>
                  <a:cubicBezTo>
                    <a:pt x="428514" y="209874"/>
                    <a:pt x="467379" y="220566"/>
                    <a:pt x="498617" y="232429"/>
                  </a:cubicBezTo>
                  <a:cubicBezTo>
                    <a:pt x="515630" y="238873"/>
                    <a:pt x="530442" y="245610"/>
                    <a:pt x="539828" y="250443"/>
                  </a:cubicBezTo>
                  <a:cubicBezTo>
                    <a:pt x="541442" y="251322"/>
                    <a:pt x="543055" y="251615"/>
                    <a:pt x="544668" y="251615"/>
                  </a:cubicBezTo>
                  <a:cubicBezTo>
                    <a:pt x="548481" y="251615"/>
                    <a:pt x="552148" y="249564"/>
                    <a:pt x="554054" y="245903"/>
                  </a:cubicBezTo>
                  <a:cubicBezTo>
                    <a:pt x="556694" y="240777"/>
                    <a:pt x="554641" y="234479"/>
                    <a:pt x="549508" y="231843"/>
                  </a:cubicBezTo>
                  <a:cubicBezTo>
                    <a:pt x="545878" y="229866"/>
                    <a:pt x="480376" y="196501"/>
                    <a:pt x="424341" y="192546"/>
                  </a:cubicBezTo>
                  <a:close/>
                  <a:moveTo>
                    <a:pt x="179418" y="192544"/>
                  </a:moveTo>
                  <a:cubicBezTo>
                    <a:pt x="123386" y="196492"/>
                    <a:pt x="57889" y="229829"/>
                    <a:pt x="54260" y="231696"/>
                  </a:cubicBezTo>
                  <a:cubicBezTo>
                    <a:pt x="49127" y="234479"/>
                    <a:pt x="47074" y="240777"/>
                    <a:pt x="49714" y="245903"/>
                  </a:cubicBezTo>
                  <a:cubicBezTo>
                    <a:pt x="51620" y="249564"/>
                    <a:pt x="55287" y="251615"/>
                    <a:pt x="59099" y="251615"/>
                  </a:cubicBezTo>
                  <a:cubicBezTo>
                    <a:pt x="60713" y="251615"/>
                    <a:pt x="62472" y="251322"/>
                    <a:pt x="63939" y="250443"/>
                  </a:cubicBezTo>
                  <a:cubicBezTo>
                    <a:pt x="73324" y="245610"/>
                    <a:pt x="88136" y="238873"/>
                    <a:pt x="105147" y="232429"/>
                  </a:cubicBezTo>
                  <a:cubicBezTo>
                    <a:pt x="136383" y="220566"/>
                    <a:pt x="175245" y="209874"/>
                    <a:pt x="202962" y="213975"/>
                  </a:cubicBezTo>
                  <a:cubicBezTo>
                    <a:pt x="209121" y="215000"/>
                    <a:pt x="214840" y="216611"/>
                    <a:pt x="219680" y="219247"/>
                  </a:cubicBezTo>
                  <a:cubicBezTo>
                    <a:pt x="224812" y="221884"/>
                    <a:pt x="231118" y="219980"/>
                    <a:pt x="233905" y="214854"/>
                  </a:cubicBezTo>
                  <a:cubicBezTo>
                    <a:pt x="236691" y="209728"/>
                    <a:pt x="234784" y="203430"/>
                    <a:pt x="229652" y="200647"/>
                  </a:cubicBezTo>
                  <a:cubicBezTo>
                    <a:pt x="215720" y="193178"/>
                    <a:pt x="198095" y="191228"/>
                    <a:pt x="179418" y="192544"/>
                  </a:cubicBezTo>
                  <a:close/>
                  <a:moveTo>
                    <a:pt x="424341" y="126430"/>
                  </a:moveTo>
                  <a:cubicBezTo>
                    <a:pt x="405663" y="125093"/>
                    <a:pt x="388037" y="127016"/>
                    <a:pt x="374104" y="134448"/>
                  </a:cubicBezTo>
                  <a:cubicBezTo>
                    <a:pt x="368970" y="137231"/>
                    <a:pt x="367064" y="143675"/>
                    <a:pt x="369850" y="148801"/>
                  </a:cubicBezTo>
                  <a:cubicBezTo>
                    <a:pt x="372637" y="153927"/>
                    <a:pt x="378943" y="155831"/>
                    <a:pt x="384076" y="153049"/>
                  </a:cubicBezTo>
                  <a:cubicBezTo>
                    <a:pt x="388916" y="150559"/>
                    <a:pt x="394636" y="148801"/>
                    <a:pt x="400942" y="147922"/>
                  </a:cubicBezTo>
                  <a:cubicBezTo>
                    <a:pt x="428514" y="143822"/>
                    <a:pt x="467379" y="154513"/>
                    <a:pt x="498617" y="166376"/>
                  </a:cubicBezTo>
                  <a:cubicBezTo>
                    <a:pt x="515630" y="172820"/>
                    <a:pt x="530442" y="179557"/>
                    <a:pt x="539828" y="184390"/>
                  </a:cubicBezTo>
                  <a:cubicBezTo>
                    <a:pt x="541442" y="185123"/>
                    <a:pt x="543055" y="185562"/>
                    <a:pt x="544668" y="185562"/>
                  </a:cubicBezTo>
                  <a:cubicBezTo>
                    <a:pt x="548481" y="185562"/>
                    <a:pt x="552148" y="183512"/>
                    <a:pt x="554054" y="179850"/>
                  </a:cubicBezTo>
                  <a:cubicBezTo>
                    <a:pt x="556694" y="174724"/>
                    <a:pt x="554641" y="168280"/>
                    <a:pt x="549508" y="165644"/>
                  </a:cubicBezTo>
                  <a:cubicBezTo>
                    <a:pt x="545878" y="163777"/>
                    <a:pt x="480376" y="130439"/>
                    <a:pt x="424341" y="126430"/>
                  </a:cubicBezTo>
                  <a:close/>
                  <a:moveTo>
                    <a:pt x="179418" y="126430"/>
                  </a:moveTo>
                  <a:cubicBezTo>
                    <a:pt x="123386" y="130439"/>
                    <a:pt x="57889" y="163777"/>
                    <a:pt x="54260" y="165644"/>
                  </a:cubicBezTo>
                  <a:cubicBezTo>
                    <a:pt x="49127" y="168280"/>
                    <a:pt x="47074" y="174724"/>
                    <a:pt x="49714" y="179850"/>
                  </a:cubicBezTo>
                  <a:cubicBezTo>
                    <a:pt x="51620" y="183512"/>
                    <a:pt x="55287" y="185562"/>
                    <a:pt x="59099" y="185562"/>
                  </a:cubicBezTo>
                  <a:cubicBezTo>
                    <a:pt x="60713" y="185562"/>
                    <a:pt x="62472" y="185123"/>
                    <a:pt x="63939" y="184390"/>
                  </a:cubicBezTo>
                  <a:cubicBezTo>
                    <a:pt x="73324" y="179557"/>
                    <a:pt x="88136" y="172820"/>
                    <a:pt x="105147" y="166376"/>
                  </a:cubicBezTo>
                  <a:cubicBezTo>
                    <a:pt x="136383" y="154513"/>
                    <a:pt x="175245" y="143675"/>
                    <a:pt x="202962" y="147922"/>
                  </a:cubicBezTo>
                  <a:cubicBezTo>
                    <a:pt x="209121" y="148801"/>
                    <a:pt x="214840" y="150412"/>
                    <a:pt x="219680" y="153049"/>
                  </a:cubicBezTo>
                  <a:cubicBezTo>
                    <a:pt x="224812" y="155831"/>
                    <a:pt x="231265" y="153927"/>
                    <a:pt x="233905" y="148801"/>
                  </a:cubicBezTo>
                  <a:cubicBezTo>
                    <a:pt x="236691" y="143675"/>
                    <a:pt x="234784" y="137231"/>
                    <a:pt x="229652" y="134448"/>
                  </a:cubicBezTo>
                  <a:cubicBezTo>
                    <a:pt x="215720" y="127016"/>
                    <a:pt x="198095" y="125093"/>
                    <a:pt x="179418" y="126430"/>
                  </a:cubicBezTo>
                  <a:close/>
                  <a:moveTo>
                    <a:pt x="424341" y="60293"/>
                  </a:moveTo>
                  <a:cubicBezTo>
                    <a:pt x="405663" y="58977"/>
                    <a:pt x="388037" y="60927"/>
                    <a:pt x="374104" y="68396"/>
                  </a:cubicBezTo>
                  <a:cubicBezTo>
                    <a:pt x="368970" y="71179"/>
                    <a:pt x="367064" y="77476"/>
                    <a:pt x="369850" y="82602"/>
                  </a:cubicBezTo>
                  <a:cubicBezTo>
                    <a:pt x="372637" y="87728"/>
                    <a:pt x="378943" y="89632"/>
                    <a:pt x="384076" y="86996"/>
                  </a:cubicBezTo>
                  <a:cubicBezTo>
                    <a:pt x="388916" y="84360"/>
                    <a:pt x="394636" y="82749"/>
                    <a:pt x="400942" y="81724"/>
                  </a:cubicBezTo>
                  <a:cubicBezTo>
                    <a:pt x="428514" y="77623"/>
                    <a:pt x="467379" y="88314"/>
                    <a:pt x="498471" y="100177"/>
                  </a:cubicBezTo>
                  <a:cubicBezTo>
                    <a:pt x="515630" y="106621"/>
                    <a:pt x="530442" y="113358"/>
                    <a:pt x="539828" y="118192"/>
                  </a:cubicBezTo>
                  <a:cubicBezTo>
                    <a:pt x="541442" y="119070"/>
                    <a:pt x="543055" y="119363"/>
                    <a:pt x="544668" y="119363"/>
                  </a:cubicBezTo>
                  <a:cubicBezTo>
                    <a:pt x="548481" y="119363"/>
                    <a:pt x="552148" y="117313"/>
                    <a:pt x="554054" y="113651"/>
                  </a:cubicBezTo>
                  <a:cubicBezTo>
                    <a:pt x="556694" y="108525"/>
                    <a:pt x="554641" y="102228"/>
                    <a:pt x="549508" y="99445"/>
                  </a:cubicBezTo>
                  <a:cubicBezTo>
                    <a:pt x="545878" y="97578"/>
                    <a:pt x="480376" y="64240"/>
                    <a:pt x="424341" y="60293"/>
                  </a:cubicBezTo>
                  <a:close/>
                  <a:moveTo>
                    <a:pt x="179418" y="60293"/>
                  </a:moveTo>
                  <a:cubicBezTo>
                    <a:pt x="123386" y="64240"/>
                    <a:pt x="57889" y="97578"/>
                    <a:pt x="54260" y="99445"/>
                  </a:cubicBezTo>
                  <a:cubicBezTo>
                    <a:pt x="49127" y="102228"/>
                    <a:pt x="47074" y="108525"/>
                    <a:pt x="49714" y="113651"/>
                  </a:cubicBezTo>
                  <a:cubicBezTo>
                    <a:pt x="51620" y="117313"/>
                    <a:pt x="55287" y="119363"/>
                    <a:pt x="59099" y="119363"/>
                  </a:cubicBezTo>
                  <a:cubicBezTo>
                    <a:pt x="60713" y="119363"/>
                    <a:pt x="62472" y="119070"/>
                    <a:pt x="63939" y="118192"/>
                  </a:cubicBezTo>
                  <a:cubicBezTo>
                    <a:pt x="73324" y="113358"/>
                    <a:pt x="88136" y="106621"/>
                    <a:pt x="105147" y="100177"/>
                  </a:cubicBezTo>
                  <a:cubicBezTo>
                    <a:pt x="136383" y="88314"/>
                    <a:pt x="175245" y="77623"/>
                    <a:pt x="202962" y="81724"/>
                  </a:cubicBezTo>
                  <a:cubicBezTo>
                    <a:pt x="209121" y="82749"/>
                    <a:pt x="214840" y="84360"/>
                    <a:pt x="219680" y="86996"/>
                  </a:cubicBezTo>
                  <a:cubicBezTo>
                    <a:pt x="224812" y="89632"/>
                    <a:pt x="231265" y="87728"/>
                    <a:pt x="233905" y="82602"/>
                  </a:cubicBezTo>
                  <a:cubicBezTo>
                    <a:pt x="236691" y="77476"/>
                    <a:pt x="234784" y="71179"/>
                    <a:pt x="229652" y="68396"/>
                  </a:cubicBezTo>
                  <a:cubicBezTo>
                    <a:pt x="215720" y="60927"/>
                    <a:pt x="198095" y="58977"/>
                    <a:pt x="179418" y="60293"/>
                  </a:cubicBezTo>
                  <a:close/>
                  <a:moveTo>
                    <a:pt x="402115" y="0"/>
                  </a:moveTo>
                  <a:cubicBezTo>
                    <a:pt x="454179" y="0"/>
                    <a:pt x="523109" y="21676"/>
                    <a:pt x="607145" y="64295"/>
                  </a:cubicBezTo>
                  <a:lnTo>
                    <a:pt x="607145" y="399683"/>
                  </a:lnTo>
                  <a:cubicBezTo>
                    <a:pt x="570187" y="382548"/>
                    <a:pt x="474858" y="341686"/>
                    <a:pt x="398449" y="341686"/>
                  </a:cubicBezTo>
                  <a:cubicBezTo>
                    <a:pt x="356944" y="341686"/>
                    <a:pt x="331132" y="353988"/>
                    <a:pt x="315000" y="370538"/>
                  </a:cubicBezTo>
                  <a:cubicBezTo>
                    <a:pt x="314413" y="371124"/>
                    <a:pt x="313827" y="371710"/>
                    <a:pt x="313240" y="372296"/>
                  </a:cubicBezTo>
                  <a:lnTo>
                    <a:pt x="313240" y="50235"/>
                  </a:lnTo>
                  <a:cubicBezTo>
                    <a:pt x="313387" y="49356"/>
                    <a:pt x="313827" y="47892"/>
                    <a:pt x="314560" y="45988"/>
                  </a:cubicBezTo>
                  <a:cubicBezTo>
                    <a:pt x="319400" y="33100"/>
                    <a:pt x="338319" y="0"/>
                    <a:pt x="402115" y="0"/>
                  </a:cubicBezTo>
                  <a:close/>
                  <a:moveTo>
                    <a:pt x="205015" y="0"/>
                  </a:moveTo>
                  <a:cubicBezTo>
                    <a:pt x="268954" y="0"/>
                    <a:pt x="287725" y="33246"/>
                    <a:pt x="292564" y="45988"/>
                  </a:cubicBezTo>
                  <a:cubicBezTo>
                    <a:pt x="292417" y="46574"/>
                    <a:pt x="292271" y="47013"/>
                    <a:pt x="292271" y="47013"/>
                  </a:cubicBezTo>
                  <a:cubicBezTo>
                    <a:pt x="292124" y="47745"/>
                    <a:pt x="292124" y="48331"/>
                    <a:pt x="292124" y="49064"/>
                  </a:cubicBezTo>
                  <a:lnTo>
                    <a:pt x="292124" y="370538"/>
                  </a:lnTo>
                  <a:cubicBezTo>
                    <a:pt x="275993" y="353988"/>
                    <a:pt x="250183" y="341686"/>
                    <a:pt x="208534" y="341686"/>
                  </a:cubicBezTo>
                  <a:cubicBezTo>
                    <a:pt x="132277" y="341686"/>
                    <a:pt x="36809" y="382548"/>
                    <a:pt x="0" y="399683"/>
                  </a:cubicBezTo>
                  <a:lnTo>
                    <a:pt x="0" y="64295"/>
                  </a:lnTo>
                  <a:cubicBezTo>
                    <a:pt x="84030" y="21676"/>
                    <a:pt x="152955" y="0"/>
                    <a:pt x="205015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475565" y="3210971"/>
            <a:ext cx="495959" cy="495959"/>
            <a:chOff x="7112947" y="2706714"/>
            <a:chExt cx="495959" cy="495959"/>
          </a:xfrm>
        </p:grpSpPr>
        <p:sp>
          <p:nvSpPr>
            <p:cNvPr id="67" name="íṥļîḓê"/>
            <p:cNvSpPr/>
            <p:nvPr/>
          </p:nvSpPr>
          <p:spPr>
            <a:xfrm>
              <a:off x="7112947" y="2706714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8" name="íṥlíḓê"/>
            <p:cNvSpPr/>
            <p:nvPr/>
          </p:nvSpPr>
          <p:spPr>
            <a:xfrm>
              <a:off x="7158800" y="2752567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9" name="ïśļiḑé"/>
            <p:cNvSpPr/>
            <p:nvPr/>
          </p:nvSpPr>
          <p:spPr>
            <a:xfrm>
              <a:off x="7236607" y="2872855"/>
              <a:ext cx="248637" cy="163678"/>
            </a:xfrm>
            <a:custGeom>
              <a:avLst/>
              <a:gdLst>
                <a:gd name="connsiteX0" fmla="*/ 424341 w 607145"/>
                <a:gd name="connsiteY0" fmla="*/ 192546 h 399683"/>
                <a:gd name="connsiteX1" fmla="*/ 374104 w 607145"/>
                <a:gd name="connsiteY1" fmla="*/ 200647 h 399683"/>
                <a:gd name="connsiteX2" fmla="*/ 369850 w 607145"/>
                <a:gd name="connsiteY2" fmla="*/ 214854 h 399683"/>
                <a:gd name="connsiteX3" fmla="*/ 384076 w 607145"/>
                <a:gd name="connsiteY3" fmla="*/ 219247 h 399683"/>
                <a:gd name="connsiteX4" fmla="*/ 400942 w 607145"/>
                <a:gd name="connsiteY4" fmla="*/ 213975 h 399683"/>
                <a:gd name="connsiteX5" fmla="*/ 498617 w 607145"/>
                <a:gd name="connsiteY5" fmla="*/ 232429 h 399683"/>
                <a:gd name="connsiteX6" fmla="*/ 539828 w 607145"/>
                <a:gd name="connsiteY6" fmla="*/ 250443 h 399683"/>
                <a:gd name="connsiteX7" fmla="*/ 544668 w 607145"/>
                <a:gd name="connsiteY7" fmla="*/ 251615 h 399683"/>
                <a:gd name="connsiteX8" fmla="*/ 554054 w 607145"/>
                <a:gd name="connsiteY8" fmla="*/ 245903 h 399683"/>
                <a:gd name="connsiteX9" fmla="*/ 549508 w 607145"/>
                <a:gd name="connsiteY9" fmla="*/ 231843 h 399683"/>
                <a:gd name="connsiteX10" fmla="*/ 424341 w 607145"/>
                <a:gd name="connsiteY10" fmla="*/ 192546 h 399683"/>
                <a:gd name="connsiteX11" fmla="*/ 179418 w 607145"/>
                <a:gd name="connsiteY11" fmla="*/ 192544 h 399683"/>
                <a:gd name="connsiteX12" fmla="*/ 54260 w 607145"/>
                <a:gd name="connsiteY12" fmla="*/ 231696 h 399683"/>
                <a:gd name="connsiteX13" fmla="*/ 49714 w 607145"/>
                <a:gd name="connsiteY13" fmla="*/ 245903 h 399683"/>
                <a:gd name="connsiteX14" fmla="*/ 59099 w 607145"/>
                <a:gd name="connsiteY14" fmla="*/ 251615 h 399683"/>
                <a:gd name="connsiteX15" fmla="*/ 63939 w 607145"/>
                <a:gd name="connsiteY15" fmla="*/ 250443 h 399683"/>
                <a:gd name="connsiteX16" fmla="*/ 105147 w 607145"/>
                <a:gd name="connsiteY16" fmla="*/ 232429 h 399683"/>
                <a:gd name="connsiteX17" fmla="*/ 202962 w 607145"/>
                <a:gd name="connsiteY17" fmla="*/ 213975 h 399683"/>
                <a:gd name="connsiteX18" fmla="*/ 219680 w 607145"/>
                <a:gd name="connsiteY18" fmla="*/ 219247 h 399683"/>
                <a:gd name="connsiteX19" fmla="*/ 233905 w 607145"/>
                <a:gd name="connsiteY19" fmla="*/ 214854 h 399683"/>
                <a:gd name="connsiteX20" fmla="*/ 229652 w 607145"/>
                <a:gd name="connsiteY20" fmla="*/ 200647 h 399683"/>
                <a:gd name="connsiteX21" fmla="*/ 179418 w 607145"/>
                <a:gd name="connsiteY21" fmla="*/ 192544 h 399683"/>
                <a:gd name="connsiteX22" fmla="*/ 424341 w 607145"/>
                <a:gd name="connsiteY22" fmla="*/ 126430 h 399683"/>
                <a:gd name="connsiteX23" fmla="*/ 374104 w 607145"/>
                <a:gd name="connsiteY23" fmla="*/ 134448 h 399683"/>
                <a:gd name="connsiteX24" fmla="*/ 369850 w 607145"/>
                <a:gd name="connsiteY24" fmla="*/ 148801 h 399683"/>
                <a:gd name="connsiteX25" fmla="*/ 384076 w 607145"/>
                <a:gd name="connsiteY25" fmla="*/ 153049 h 399683"/>
                <a:gd name="connsiteX26" fmla="*/ 400942 w 607145"/>
                <a:gd name="connsiteY26" fmla="*/ 147922 h 399683"/>
                <a:gd name="connsiteX27" fmla="*/ 498617 w 607145"/>
                <a:gd name="connsiteY27" fmla="*/ 166376 h 399683"/>
                <a:gd name="connsiteX28" fmla="*/ 539828 w 607145"/>
                <a:gd name="connsiteY28" fmla="*/ 184390 h 399683"/>
                <a:gd name="connsiteX29" fmla="*/ 544668 w 607145"/>
                <a:gd name="connsiteY29" fmla="*/ 185562 h 399683"/>
                <a:gd name="connsiteX30" fmla="*/ 554054 w 607145"/>
                <a:gd name="connsiteY30" fmla="*/ 179850 h 399683"/>
                <a:gd name="connsiteX31" fmla="*/ 549508 w 607145"/>
                <a:gd name="connsiteY31" fmla="*/ 165644 h 399683"/>
                <a:gd name="connsiteX32" fmla="*/ 424341 w 607145"/>
                <a:gd name="connsiteY32" fmla="*/ 126430 h 399683"/>
                <a:gd name="connsiteX33" fmla="*/ 179418 w 607145"/>
                <a:gd name="connsiteY33" fmla="*/ 126430 h 399683"/>
                <a:gd name="connsiteX34" fmla="*/ 54260 w 607145"/>
                <a:gd name="connsiteY34" fmla="*/ 165644 h 399683"/>
                <a:gd name="connsiteX35" fmla="*/ 49714 w 607145"/>
                <a:gd name="connsiteY35" fmla="*/ 179850 h 399683"/>
                <a:gd name="connsiteX36" fmla="*/ 59099 w 607145"/>
                <a:gd name="connsiteY36" fmla="*/ 185562 h 399683"/>
                <a:gd name="connsiteX37" fmla="*/ 63939 w 607145"/>
                <a:gd name="connsiteY37" fmla="*/ 184390 h 399683"/>
                <a:gd name="connsiteX38" fmla="*/ 105147 w 607145"/>
                <a:gd name="connsiteY38" fmla="*/ 166376 h 399683"/>
                <a:gd name="connsiteX39" fmla="*/ 202962 w 607145"/>
                <a:gd name="connsiteY39" fmla="*/ 147922 h 399683"/>
                <a:gd name="connsiteX40" fmla="*/ 219680 w 607145"/>
                <a:gd name="connsiteY40" fmla="*/ 153049 h 399683"/>
                <a:gd name="connsiteX41" fmla="*/ 233905 w 607145"/>
                <a:gd name="connsiteY41" fmla="*/ 148801 h 399683"/>
                <a:gd name="connsiteX42" fmla="*/ 229652 w 607145"/>
                <a:gd name="connsiteY42" fmla="*/ 134448 h 399683"/>
                <a:gd name="connsiteX43" fmla="*/ 179418 w 607145"/>
                <a:gd name="connsiteY43" fmla="*/ 126430 h 399683"/>
                <a:gd name="connsiteX44" fmla="*/ 424341 w 607145"/>
                <a:gd name="connsiteY44" fmla="*/ 60293 h 399683"/>
                <a:gd name="connsiteX45" fmla="*/ 374104 w 607145"/>
                <a:gd name="connsiteY45" fmla="*/ 68396 h 399683"/>
                <a:gd name="connsiteX46" fmla="*/ 369850 w 607145"/>
                <a:gd name="connsiteY46" fmla="*/ 82602 h 399683"/>
                <a:gd name="connsiteX47" fmla="*/ 384076 w 607145"/>
                <a:gd name="connsiteY47" fmla="*/ 86996 h 399683"/>
                <a:gd name="connsiteX48" fmla="*/ 400942 w 607145"/>
                <a:gd name="connsiteY48" fmla="*/ 81724 h 399683"/>
                <a:gd name="connsiteX49" fmla="*/ 498471 w 607145"/>
                <a:gd name="connsiteY49" fmla="*/ 100177 h 399683"/>
                <a:gd name="connsiteX50" fmla="*/ 539828 w 607145"/>
                <a:gd name="connsiteY50" fmla="*/ 118192 h 399683"/>
                <a:gd name="connsiteX51" fmla="*/ 544668 w 607145"/>
                <a:gd name="connsiteY51" fmla="*/ 119363 h 399683"/>
                <a:gd name="connsiteX52" fmla="*/ 554054 w 607145"/>
                <a:gd name="connsiteY52" fmla="*/ 113651 h 399683"/>
                <a:gd name="connsiteX53" fmla="*/ 549508 w 607145"/>
                <a:gd name="connsiteY53" fmla="*/ 99445 h 399683"/>
                <a:gd name="connsiteX54" fmla="*/ 424341 w 607145"/>
                <a:gd name="connsiteY54" fmla="*/ 60293 h 399683"/>
                <a:gd name="connsiteX55" fmla="*/ 179418 w 607145"/>
                <a:gd name="connsiteY55" fmla="*/ 60293 h 399683"/>
                <a:gd name="connsiteX56" fmla="*/ 54260 w 607145"/>
                <a:gd name="connsiteY56" fmla="*/ 99445 h 399683"/>
                <a:gd name="connsiteX57" fmla="*/ 49714 w 607145"/>
                <a:gd name="connsiteY57" fmla="*/ 113651 h 399683"/>
                <a:gd name="connsiteX58" fmla="*/ 59099 w 607145"/>
                <a:gd name="connsiteY58" fmla="*/ 119363 h 399683"/>
                <a:gd name="connsiteX59" fmla="*/ 63939 w 607145"/>
                <a:gd name="connsiteY59" fmla="*/ 118192 h 399683"/>
                <a:gd name="connsiteX60" fmla="*/ 105147 w 607145"/>
                <a:gd name="connsiteY60" fmla="*/ 100177 h 399683"/>
                <a:gd name="connsiteX61" fmla="*/ 202962 w 607145"/>
                <a:gd name="connsiteY61" fmla="*/ 81724 h 399683"/>
                <a:gd name="connsiteX62" fmla="*/ 219680 w 607145"/>
                <a:gd name="connsiteY62" fmla="*/ 86996 h 399683"/>
                <a:gd name="connsiteX63" fmla="*/ 233905 w 607145"/>
                <a:gd name="connsiteY63" fmla="*/ 82602 h 399683"/>
                <a:gd name="connsiteX64" fmla="*/ 229652 w 607145"/>
                <a:gd name="connsiteY64" fmla="*/ 68396 h 399683"/>
                <a:gd name="connsiteX65" fmla="*/ 179418 w 607145"/>
                <a:gd name="connsiteY65" fmla="*/ 60293 h 399683"/>
                <a:gd name="connsiteX66" fmla="*/ 402115 w 607145"/>
                <a:gd name="connsiteY66" fmla="*/ 0 h 399683"/>
                <a:gd name="connsiteX67" fmla="*/ 607145 w 607145"/>
                <a:gd name="connsiteY67" fmla="*/ 64295 h 399683"/>
                <a:gd name="connsiteX68" fmla="*/ 607145 w 607145"/>
                <a:gd name="connsiteY68" fmla="*/ 399683 h 399683"/>
                <a:gd name="connsiteX69" fmla="*/ 398449 w 607145"/>
                <a:gd name="connsiteY69" fmla="*/ 341686 h 399683"/>
                <a:gd name="connsiteX70" fmla="*/ 315000 w 607145"/>
                <a:gd name="connsiteY70" fmla="*/ 370538 h 399683"/>
                <a:gd name="connsiteX71" fmla="*/ 313240 w 607145"/>
                <a:gd name="connsiteY71" fmla="*/ 372296 h 399683"/>
                <a:gd name="connsiteX72" fmla="*/ 313240 w 607145"/>
                <a:gd name="connsiteY72" fmla="*/ 50235 h 399683"/>
                <a:gd name="connsiteX73" fmla="*/ 314560 w 607145"/>
                <a:gd name="connsiteY73" fmla="*/ 45988 h 399683"/>
                <a:gd name="connsiteX74" fmla="*/ 402115 w 607145"/>
                <a:gd name="connsiteY74" fmla="*/ 0 h 399683"/>
                <a:gd name="connsiteX75" fmla="*/ 205015 w 607145"/>
                <a:gd name="connsiteY75" fmla="*/ 0 h 399683"/>
                <a:gd name="connsiteX76" fmla="*/ 292564 w 607145"/>
                <a:gd name="connsiteY76" fmla="*/ 45988 h 399683"/>
                <a:gd name="connsiteX77" fmla="*/ 292271 w 607145"/>
                <a:gd name="connsiteY77" fmla="*/ 47013 h 399683"/>
                <a:gd name="connsiteX78" fmla="*/ 292124 w 607145"/>
                <a:gd name="connsiteY78" fmla="*/ 49064 h 399683"/>
                <a:gd name="connsiteX79" fmla="*/ 292124 w 607145"/>
                <a:gd name="connsiteY79" fmla="*/ 370538 h 399683"/>
                <a:gd name="connsiteX80" fmla="*/ 208534 w 607145"/>
                <a:gd name="connsiteY80" fmla="*/ 341686 h 399683"/>
                <a:gd name="connsiteX81" fmla="*/ 0 w 607145"/>
                <a:gd name="connsiteY81" fmla="*/ 399683 h 399683"/>
                <a:gd name="connsiteX82" fmla="*/ 0 w 607145"/>
                <a:gd name="connsiteY82" fmla="*/ 64295 h 399683"/>
                <a:gd name="connsiteX83" fmla="*/ 205015 w 607145"/>
                <a:gd name="connsiteY83" fmla="*/ 0 h 39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7145" h="399683">
                  <a:moveTo>
                    <a:pt x="424341" y="192546"/>
                  </a:moveTo>
                  <a:cubicBezTo>
                    <a:pt x="405663" y="191228"/>
                    <a:pt x="388037" y="193178"/>
                    <a:pt x="374104" y="200647"/>
                  </a:cubicBezTo>
                  <a:cubicBezTo>
                    <a:pt x="368970" y="203430"/>
                    <a:pt x="367064" y="209728"/>
                    <a:pt x="369850" y="214854"/>
                  </a:cubicBezTo>
                  <a:cubicBezTo>
                    <a:pt x="372637" y="219980"/>
                    <a:pt x="378943" y="221884"/>
                    <a:pt x="384076" y="219247"/>
                  </a:cubicBezTo>
                  <a:cubicBezTo>
                    <a:pt x="388916" y="216611"/>
                    <a:pt x="394636" y="215000"/>
                    <a:pt x="400942" y="213975"/>
                  </a:cubicBezTo>
                  <a:cubicBezTo>
                    <a:pt x="428514" y="209874"/>
                    <a:pt x="467379" y="220566"/>
                    <a:pt x="498617" y="232429"/>
                  </a:cubicBezTo>
                  <a:cubicBezTo>
                    <a:pt x="515630" y="238873"/>
                    <a:pt x="530442" y="245610"/>
                    <a:pt x="539828" y="250443"/>
                  </a:cubicBezTo>
                  <a:cubicBezTo>
                    <a:pt x="541442" y="251322"/>
                    <a:pt x="543055" y="251615"/>
                    <a:pt x="544668" y="251615"/>
                  </a:cubicBezTo>
                  <a:cubicBezTo>
                    <a:pt x="548481" y="251615"/>
                    <a:pt x="552148" y="249564"/>
                    <a:pt x="554054" y="245903"/>
                  </a:cubicBezTo>
                  <a:cubicBezTo>
                    <a:pt x="556694" y="240777"/>
                    <a:pt x="554641" y="234479"/>
                    <a:pt x="549508" y="231843"/>
                  </a:cubicBezTo>
                  <a:cubicBezTo>
                    <a:pt x="545878" y="229866"/>
                    <a:pt x="480376" y="196501"/>
                    <a:pt x="424341" y="192546"/>
                  </a:cubicBezTo>
                  <a:close/>
                  <a:moveTo>
                    <a:pt x="179418" y="192544"/>
                  </a:moveTo>
                  <a:cubicBezTo>
                    <a:pt x="123386" y="196492"/>
                    <a:pt x="57889" y="229829"/>
                    <a:pt x="54260" y="231696"/>
                  </a:cubicBezTo>
                  <a:cubicBezTo>
                    <a:pt x="49127" y="234479"/>
                    <a:pt x="47074" y="240777"/>
                    <a:pt x="49714" y="245903"/>
                  </a:cubicBezTo>
                  <a:cubicBezTo>
                    <a:pt x="51620" y="249564"/>
                    <a:pt x="55287" y="251615"/>
                    <a:pt x="59099" y="251615"/>
                  </a:cubicBezTo>
                  <a:cubicBezTo>
                    <a:pt x="60713" y="251615"/>
                    <a:pt x="62472" y="251322"/>
                    <a:pt x="63939" y="250443"/>
                  </a:cubicBezTo>
                  <a:cubicBezTo>
                    <a:pt x="73324" y="245610"/>
                    <a:pt x="88136" y="238873"/>
                    <a:pt x="105147" y="232429"/>
                  </a:cubicBezTo>
                  <a:cubicBezTo>
                    <a:pt x="136383" y="220566"/>
                    <a:pt x="175245" y="209874"/>
                    <a:pt x="202962" y="213975"/>
                  </a:cubicBezTo>
                  <a:cubicBezTo>
                    <a:pt x="209121" y="215000"/>
                    <a:pt x="214840" y="216611"/>
                    <a:pt x="219680" y="219247"/>
                  </a:cubicBezTo>
                  <a:cubicBezTo>
                    <a:pt x="224812" y="221884"/>
                    <a:pt x="231118" y="219980"/>
                    <a:pt x="233905" y="214854"/>
                  </a:cubicBezTo>
                  <a:cubicBezTo>
                    <a:pt x="236691" y="209728"/>
                    <a:pt x="234784" y="203430"/>
                    <a:pt x="229652" y="200647"/>
                  </a:cubicBezTo>
                  <a:cubicBezTo>
                    <a:pt x="215720" y="193178"/>
                    <a:pt x="198095" y="191228"/>
                    <a:pt x="179418" y="192544"/>
                  </a:cubicBezTo>
                  <a:close/>
                  <a:moveTo>
                    <a:pt x="424341" y="126430"/>
                  </a:moveTo>
                  <a:cubicBezTo>
                    <a:pt x="405663" y="125093"/>
                    <a:pt x="388037" y="127016"/>
                    <a:pt x="374104" y="134448"/>
                  </a:cubicBezTo>
                  <a:cubicBezTo>
                    <a:pt x="368970" y="137231"/>
                    <a:pt x="367064" y="143675"/>
                    <a:pt x="369850" y="148801"/>
                  </a:cubicBezTo>
                  <a:cubicBezTo>
                    <a:pt x="372637" y="153927"/>
                    <a:pt x="378943" y="155831"/>
                    <a:pt x="384076" y="153049"/>
                  </a:cubicBezTo>
                  <a:cubicBezTo>
                    <a:pt x="388916" y="150559"/>
                    <a:pt x="394636" y="148801"/>
                    <a:pt x="400942" y="147922"/>
                  </a:cubicBezTo>
                  <a:cubicBezTo>
                    <a:pt x="428514" y="143822"/>
                    <a:pt x="467379" y="154513"/>
                    <a:pt x="498617" y="166376"/>
                  </a:cubicBezTo>
                  <a:cubicBezTo>
                    <a:pt x="515630" y="172820"/>
                    <a:pt x="530442" y="179557"/>
                    <a:pt x="539828" y="184390"/>
                  </a:cubicBezTo>
                  <a:cubicBezTo>
                    <a:pt x="541442" y="185123"/>
                    <a:pt x="543055" y="185562"/>
                    <a:pt x="544668" y="185562"/>
                  </a:cubicBezTo>
                  <a:cubicBezTo>
                    <a:pt x="548481" y="185562"/>
                    <a:pt x="552148" y="183512"/>
                    <a:pt x="554054" y="179850"/>
                  </a:cubicBezTo>
                  <a:cubicBezTo>
                    <a:pt x="556694" y="174724"/>
                    <a:pt x="554641" y="168280"/>
                    <a:pt x="549508" y="165644"/>
                  </a:cubicBezTo>
                  <a:cubicBezTo>
                    <a:pt x="545878" y="163777"/>
                    <a:pt x="480376" y="130439"/>
                    <a:pt x="424341" y="126430"/>
                  </a:cubicBezTo>
                  <a:close/>
                  <a:moveTo>
                    <a:pt x="179418" y="126430"/>
                  </a:moveTo>
                  <a:cubicBezTo>
                    <a:pt x="123386" y="130439"/>
                    <a:pt x="57889" y="163777"/>
                    <a:pt x="54260" y="165644"/>
                  </a:cubicBezTo>
                  <a:cubicBezTo>
                    <a:pt x="49127" y="168280"/>
                    <a:pt x="47074" y="174724"/>
                    <a:pt x="49714" y="179850"/>
                  </a:cubicBezTo>
                  <a:cubicBezTo>
                    <a:pt x="51620" y="183512"/>
                    <a:pt x="55287" y="185562"/>
                    <a:pt x="59099" y="185562"/>
                  </a:cubicBezTo>
                  <a:cubicBezTo>
                    <a:pt x="60713" y="185562"/>
                    <a:pt x="62472" y="185123"/>
                    <a:pt x="63939" y="184390"/>
                  </a:cubicBezTo>
                  <a:cubicBezTo>
                    <a:pt x="73324" y="179557"/>
                    <a:pt x="88136" y="172820"/>
                    <a:pt x="105147" y="166376"/>
                  </a:cubicBezTo>
                  <a:cubicBezTo>
                    <a:pt x="136383" y="154513"/>
                    <a:pt x="175245" y="143675"/>
                    <a:pt x="202962" y="147922"/>
                  </a:cubicBezTo>
                  <a:cubicBezTo>
                    <a:pt x="209121" y="148801"/>
                    <a:pt x="214840" y="150412"/>
                    <a:pt x="219680" y="153049"/>
                  </a:cubicBezTo>
                  <a:cubicBezTo>
                    <a:pt x="224812" y="155831"/>
                    <a:pt x="231265" y="153927"/>
                    <a:pt x="233905" y="148801"/>
                  </a:cubicBezTo>
                  <a:cubicBezTo>
                    <a:pt x="236691" y="143675"/>
                    <a:pt x="234784" y="137231"/>
                    <a:pt x="229652" y="134448"/>
                  </a:cubicBezTo>
                  <a:cubicBezTo>
                    <a:pt x="215720" y="127016"/>
                    <a:pt x="198095" y="125093"/>
                    <a:pt x="179418" y="126430"/>
                  </a:cubicBezTo>
                  <a:close/>
                  <a:moveTo>
                    <a:pt x="424341" y="60293"/>
                  </a:moveTo>
                  <a:cubicBezTo>
                    <a:pt x="405663" y="58977"/>
                    <a:pt x="388037" y="60927"/>
                    <a:pt x="374104" y="68396"/>
                  </a:cubicBezTo>
                  <a:cubicBezTo>
                    <a:pt x="368970" y="71179"/>
                    <a:pt x="367064" y="77476"/>
                    <a:pt x="369850" y="82602"/>
                  </a:cubicBezTo>
                  <a:cubicBezTo>
                    <a:pt x="372637" y="87728"/>
                    <a:pt x="378943" y="89632"/>
                    <a:pt x="384076" y="86996"/>
                  </a:cubicBezTo>
                  <a:cubicBezTo>
                    <a:pt x="388916" y="84360"/>
                    <a:pt x="394636" y="82749"/>
                    <a:pt x="400942" y="81724"/>
                  </a:cubicBezTo>
                  <a:cubicBezTo>
                    <a:pt x="428514" y="77623"/>
                    <a:pt x="467379" y="88314"/>
                    <a:pt x="498471" y="100177"/>
                  </a:cubicBezTo>
                  <a:cubicBezTo>
                    <a:pt x="515630" y="106621"/>
                    <a:pt x="530442" y="113358"/>
                    <a:pt x="539828" y="118192"/>
                  </a:cubicBezTo>
                  <a:cubicBezTo>
                    <a:pt x="541442" y="119070"/>
                    <a:pt x="543055" y="119363"/>
                    <a:pt x="544668" y="119363"/>
                  </a:cubicBezTo>
                  <a:cubicBezTo>
                    <a:pt x="548481" y="119363"/>
                    <a:pt x="552148" y="117313"/>
                    <a:pt x="554054" y="113651"/>
                  </a:cubicBezTo>
                  <a:cubicBezTo>
                    <a:pt x="556694" y="108525"/>
                    <a:pt x="554641" y="102228"/>
                    <a:pt x="549508" y="99445"/>
                  </a:cubicBezTo>
                  <a:cubicBezTo>
                    <a:pt x="545878" y="97578"/>
                    <a:pt x="480376" y="64240"/>
                    <a:pt x="424341" y="60293"/>
                  </a:cubicBezTo>
                  <a:close/>
                  <a:moveTo>
                    <a:pt x="179418" y="60293"/>
                  </a:moveTo>
                  <a:cubicBezTo>
                    <a:pt x="123386" y="64240"/>
                    <a:pt x="57889" y="97578"/>
                    <a:pt x="54260" y="99445"/>
                  </a:cubicBezTo>
                  <a:cubicBezTo>
                    <a:pt x="49127" y="102228"/>
                    <a:pt x="47074" y="108525"/>
                    <a:pt x="49714" y="113651"/>
                  </a:cubicBezTo>
                  <a:cubicBezTo>
                    <a:pt x="51620" y="117313"/>
                    <a:pt x="55287" y="119363"/>
                    <a:pt x="59099" y="119363"/>
                  </a:cubicBezTo>
                  <a:cubicBezTo>
                    <a:pt x="60713" y="119363"/>
                    <a:pt x="62472" y="119070"/>
                    <a:pt x="63939" y="118192"/>
                  </a:cubicBezTo>
                  <a:cubicBezTo>
                    <a:pt x="73324" y="113358"/>
                    <a:pt x="88136" y="106621"/>
                    <a:pt x="105147" y="100177"/>
                  </a:cubicBezTo>
                  <a:cubicBezTo>
                    <a:pt x="136383" y="88314"/>
                    <a:pt x="175245" y="77623"/>
                    <a:pt x="202962" y="81724"/>
                  </a:cubicBezTo>
                  <a:cubicBezTo>
                    <a:pt x="209121" y="82749"/>
                    <a:pt x="214840" y="84360"/>
                    <a:pt x="219680" y="86996"/>
                  </a:cubicBezTo>
                  <a:cubicBezTo>
                    <a:pt x="224812" y="89632"/>
                    <a:pt x="231265" y="87728"/>
                    <a:pt x="233905" y="82602"/>
                  </a:cubicBezTo>
                  <a:cubicBezTo>
                    <a:pt x="236691" y="77476"/>
                    <a:pt x="234784" y="71179"/>
                    <a:pt x="229652" y="68396"/>
                  </a:cubicBezTo>
                  <a:cubicBezTo>
                    <a:pt x="215720" y="60927"/>
                    <a:pt x="198095" y="58977"/>
                    <a:pt x="179418" y="60293"/>
                  </a:cubicBezTo>
                  <a:close/>
                  <a:moveTo>
                    <a:pt x="402115" y="0"/>
                  </a:moveTo>
                  <a:cubicBezTo>
                    <a:pt x="454179" y="0"/>
                    <a:pt x="523109" y="21676"/>
                    <a:pt x="607145" y="64295"/>
                  </a:cubicBezTo>
                  <a:lnTo>
                    <a:pt x="607145" y="399683"/>
                  </a:lnTo>
                  <a:cubicBezTo>
                    <a:pt x="570187" y="382548"/>
                    <a:pt x="474858" y="341686"/>
                    <a:pt x="398449" y="341686"/>
                  </a:cubicBezTo>
                  <a:cubicBezTo>
                    <a:pt x="356944" y="341686"/>
                    <a:pt x="331132" y="353988"/>
                    <a:pt x="315000" y="370538"/>
                  </a:cubicBezTo>
                  <a:cubicBezTo>
                    <a:pt x="314413" y="371124"/>
                    <a:pt x="313827" y="371710"/>
                    <a:pt x="313240" y="372296"/>
                  </a:cubicBezTo>
                  <a:lnTo>
                    <a:pt x="313240" y="50235"/>
                  </a:lnTo>
                  <a:cubicBezTo>
                    <a:pt x="313387" y="49356"/>
                    <a:pt x="313827" y="47892"/>
                    <a:pt x="314560" y="45988"/>
                  </a:cubicBezTo>
                  <a:cubicBezTo>
                    <a:pt x="319400" y="33100"/>
                    <a:pt x="338319" y="0"/>
                    <a:pt x="402115" y="0"/>
                  </a:cubicBezTo>
                  <a:close/>
                  <a:moveTo>
                    <a:pt x="205015" y="0"/>
                  </a:moveTo>
                  <a:cubicBezTo>
                    <a:pt x="268954" y="0"/>
                    <a:pt x="287725" y="33246"/>
                    <a:pt x="292564" y="45988"/>
                  </a:cubicBezTo>
                  <a:cubicBezTo>
                    <a:pt x="292417" y="46574"/>
                    <a:pt x="292271" y="47013"/>
                    <a:pt x="292271" y="47013"/>
                  </a:cubicBezTo>
                  <a:cubicBezTo>
                    <a:pt x="292124" y="47745"/>
                    <a:pt x="292124" y="48331"/>
                    <a:pt x="292124" y="49064"/>
                  </a:cubicBezTo>
                  <a:lnTo>
                    <a:pt x="292124" y="370538"/>
                  </a:lnTo>
                  <a:cubicBezTo>
                    <a:pt x="275993" y="353988"/>
                    <a:pt x="250183" y="341686"/>
                    <a:pt x="208534" y="341686"/>
                  </a:cubicBezTo>
                  <a:cubicBezTo>
                    <a:pt x="132277" y="341686"/>
                    <a:pt x="36809" y="382548"/>
                    <a:pt x="0" y="399683"/>
                  </a:cubicBezTo>
                  <a:lnTo>
                    <a:pt x="0" y="64295"/>
                  </a:lnTo>
                  <a:cubicBezTo>
                    <a:pt x="84030" y="21676"/>
                    <a:pt x="152955" y="0"/>
                    <a:pt x="205015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70" name="íṥļîḓê"/>
          <p:cNvSpPr/>
          <p:nvPr/>
        </p:nvSpPr>
        <p:spPr>
          <a:xfrm>
            <a:off x="6285064" y="4475145"/>
            <a:ext cx="495959" cy="49595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71" name="íṥlíḓê"/>
          <p:cNvSpPr/>
          <p:nvPr/>
        </p:nvSpPr>
        <p:spPr>
          <a:xfrm>
            <a:off x="6330917" y="4520998"/>
            <a:ext cx="404253" cy="404253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72" name="ïśļiḑé"/>
          <p:cNvSpPr/>
          <p:nvPr/>
        </p:nvSpPr>
        <p:spPr>
          <a:xfrm>
            <a:off x="6408724" y="4641286"/>
            <a:ext cx="248637" cy="163678"/>
          </a:xfrm>
          <a:custGeom>
            <a:avLst/>
            <a:gdLst>
              <a:gd name="connsiteX0" fmla="*/ 424341 w 607145"/>
              <a:gd name="connsiteY0" fmla="*/ 192546 h 399683"/>
              <a:gd name="connsiteX1" fmla="*/ 374104 w 607145"/>
              <a:gd name="connsiteY1" fmla="*/ 200647 h 399683"/>
              <a:gd name="connsiteX2" fmla="*/ 369850 w 607145"/>
              <a:gd name="connsiteY2" fmla="*/ 214854 h 399683"/>
              <a:gd name="connsiteX3" fmla="*/ 384076 w 607145"/>
              <a:gd name="connsiteY3" fmla="*/ 219247 h 399683"/>
              <a:gd name="connsiteX4" fmla="*/ 400942 w 607145"/>
              <a:gd name="connsiteY4" fmla="*/ 213975 h 399683"/>
              <a:gd name="connsiteX5" fmla="*/ 498617 w 607145"/>
              <a:gd name="connsiteY5" fmla="*/ 232429 h 399683"/>
              <a:gd name="connsiteX6" fmla="*/ 539828 w 607145"/>
              <a:gd name="connsiteY6" fmla="*/ 250443 h 399683"/>
              <a:gd name="connsiteX7" fmla="*/ 544668 w 607145"/>
              <a:gd name="connsiteY7" fmla="*/ 251615 h 399683"/>
              <a:gd name="connsiteX8" fmla="*/ 554054 w 607145"/>
              <a:gd name="connsiteY8" fmla="*/ 245903 h 399683"/>
              <a:gd name="connsiteX9" fmla="*/ 549508 w 607145"/>
              <a:gd name="connsiteY9" fmla="*/ 231843 h 399683"/>
              <a:gd name="connsiteX10" fmla="*/ 424341 w 607145"/>
              <a:gd name="connsiteY10" fmla="*/ 192546 h 399683"/>
              <a:gd name="connsiteX11" fmla="*/ 179418 w 607145"/>
              <a:gd name="connsiteY11" fmla="*/ 192544 h 399683"/>
              <a:gd name="connsiteX12" fmla="*/ 54260 w 607145"/>
              <a:gd name="connsiteY12" fmla="*/ 231696 h 399683"/>
              <a:gd name="connsiteX13" fmla="*/ 49714 w 607145"/>
              <a:gd name="connsiteY13" fmla="*/ 245903 h 399683"/>
              <a:gd name="connsiteX14" fmla="*/ 59099 w 607145"/>
              <a:gd name="connsiteY14" fmla="*/ 251615 h 399683"/>
              <a:gd name="connsiteX15" fmla="*/ 63939 w 607145"/>
              <a:gd name="connsiteY15" fmla="*/ 250443 h 399683"/>
              <a:gd name="connsiteX16" fmla="*/ 105147 w 607145"/>
              <a:gd name="connsiteY16" fmla="*/ 232429 h 399683"/>
              <a:gd name="connsiteX17" fmla="*/ 202962 w 607145"/>
              <a:gd name="connsiteY17" fmla="*/ 213975 h 399683"/>
              <a:gd name="connsiteX18" fmla="*/ 219680 w 607145"/>
              <a:gd name="connsiteY18" fmla="*/ 219247 h 399683"/>
              <a:gd name="connsiteX19" fmla="*/ 233905 w 607145"/>
              <a:gd name="connsiteY19" fmla="*/ 214854 h 399683"/>
              <a:gd name="connsiteX20" fmla="*/ 229652 w 607145"/>
              <a:gd name="connsiteY20" fmla="*/ 200647 h 399683"/>
              <a:gd name="connsiteX21" fmla="*/ 179418 w 607145"/>
              <a:gd name="connsiteY21" fmla="*/ 192544 h 399683"/>
              <a:gd name="connsiteX22" fmla="*/ 424341 w 607145"/>
              <a:gd name="connsiteY22" fmla="*/ 126430 h 399683"/>
              <a:gd name="connsiteX23" fmla="*/ 374104 w 607145"/>
              <a:gd name="connsiteY23" fmla="*/ 134448 h 399683"/>
              <a:gd name="connsiteX24" fmla="*/ 369850 w 607145"/>
              <a:gd name="connsiteY24" fmla="*/ 148801 h 399683"/>
              <a:gd name="connsiteX25" fmla="*/ 384076 w 607145"/>
              <a:gd name="connsiteY25" fmla="*/ 153049 h 399683"/>
              <a:gd name="connsiteX26" fmla="*/ 400942 w 607145"/>
              <a:gd name="connsiteY26" fmla="*/ 147922 h 399683"/>
              <a:gd name="connsiteX27" fmla="*/ 498617 w 607145"/>
              <a:gd name="connsiteY27" fmla="*/ 166376 h 399683"/>
              <a:gd name="connsiteX28" fmla="*/ 539828 w 607145"/>
              <a:gd name="connsiteY28" fmla="*/ 184390 h 399683"/>
              <a:gd name="connsiteX29" fmla="*/ 544668 w 607145"/>
              <a:gd name="connsiteY29" fmla="*/ 185562 h 399683"/>
              <a:gd name="connsiteX30" fmla="*/ 554054 w 607145"/>
              <a:gd name="connsiteY30" fmla="*/ 179850 h 399683"/>
              <a:gd name="connsiteX31" fmla="*/ 549508 w 607145"/>
              <a:gd name="connsiteY31" fmla="*/ 165644 h 399683"/>
              <a:gd name="connsiteX32" fmla="*/ 424341 w 607145"/>
              <a:gd name="connsiteY32" fmla="*/ 126430 h 399683"/>
              <a:gd name="connsiteX33" fmla="*/ 179418 w 607145"/>
              <a:gd name="connsiteY33" fmla="*/ 126430 h 399683"/>
              <a:gd name="connsiteX34" fmla="*/ 54260 w 607145"/>
              <a:gd name="connsiteY34" fmla="*/ 165644 h 399683"/>
              <a:gd name="connsiteX35" fmla="*/ 49714 w 607145"/>
              <a:gd name="connsiteY35" fmla="*/ 179850 h 399683"/>
              <a:gd name="connsiteX36" fmla="*/ 59099 w 607145"/>
              <a:gd name="connsiteY36" fmla="*/ 185562 h 399683"/>
              <a:gd name="connsiteX37" fmla="*/ 63939 w 607145"/>
              <a:gd name="connsiteY37" fmla="*/ 184390 h 399683"/>
              <a:gd name="connsiteX38" fmla="*/ 105147 w 607145"/>
              <a:gd name="connsiteY38" fmla="*/ 166376 h 399683"/>
              <a:gd name="connsiteX39" fmla="*/ 202962 w 607145"/>
              <a:gd name="connsiteY39" fmla="*/ 147922 h 399683"/>
              <a:gd name="connsiteX40" fmla="*/ 219680 w 607145"/>
              <a:gd name="connsiteY40" fmla="*/ 153049 h 399683"/>
              <a:gd name="connsiteX41" fmla="*/ 233905 w 607145"/>
              <a:gd name="connsiteY41" fmla="*/ 148801 h 399683"/>
              <a:gd name="connsiteX42" fmla="*/ 229652 w 607145"/>
              <a:gd name="connsiteY42" fmla="*/ 134448 h 399683"/>
              <a:gd name="connsiteX43" fmla="*/ 179418 w 607145"/>
              <a:gd name="connsiteY43" fmla="*/ 126430 h 399683"/>
              <a:gd name="connsiteX44" fmla="*/ 424341 w 607145"/>
              <a:gd name="connsiteY44" fmla="*/ 60293 h 399683"/>
              <a:gd name="connsiteX45" fmla="*/ 374104 w 607145"/>
              <a:gd name="connsiteY45" fmla="*/ 68396 h 399683"/>
              <a:gd name="connsiteX46" fmla="*/ 369850 w 607145"/>
              <a:gd name="connsiteY46" fmla="*/ 82602 h 399683"/>
              <a:gd name="connsiteX47" fmla="*/ 384076 w 607145"/>
              <a:gd name="connsiteY47" fmla="*/ 86996 h 399683"/>
              <a:gd name="connsiteX48" fmla="*/ 400942 w 607145"/>
              <a:gd name="connsiteY48" fmla="*/ 81724 h 399683"/>
              <a:gd name="connsiteX49" fmla="*/ 498471 w 607145"/>
              <a:gd name="connsiteY49" fmla="*/ 100177 h 399683"/>
              <a:gd name="connsiteX50" fmla="*/ 539828 w 607145"/>
              <a:gd name="connsiteY50" fmla="*/ 118192 h 399683"/>
              <a:gd name="connsiteX51" fmla="*/ 544668 w 607145"/>
              <a:gd name="connsiteY51" fmla="*/ 119363 h 399683"/>
              <a:gd name="connsiteX52" fmla="*/ 554054 w 607145"/>
              <a:gd name="connsiteY52" fmla="*/ 113651 h 399683"/>
              <a:gd name="connsiteX53" fmla="*/ 549508 w 607145"/>
              <a:gd name="connsiteY53" fmla="*/ 99445 h 399683"/>
              <a:gd name="connsiteX54" fmla="*/ 424341 w 607145"/>
              <a:gd name="connsiteY54" fmla="*/ 60293 h 399683"/>
              <a:gd name="connsiteX55" fmla="*/ 179418 w 607145"/>
              <a:gd name="connsiteY55" fmla="*/ 60293 h 399683"/>
              <a:gd name="connsiteX56" fmla="*/ 54260 w 607145"/>
              <a:gd name="connsiteY56" fmla="*/ 99445 h 399683"/>
              <a:gd name="connsiteX57" fmla="*/ 49714 w 607145"/>
              <a:gd name="connsiteY57" fmla="*/ 113651 h 399683"/>
              <a:gd name="connsiteX58" fmla="*/ 59099 w 607145"/>
              <a:gd name="connsiteY58" fmla="*/ 119363 h 399683"/>
              <a:gd name="connsiteX59" fmla="*/ 63939 w 607145"/>
              <a:gd name="connsiteY59" fmla="*/ 118192 h 399683"/>
              <a:gd name="connsiteX60" fmla="*/ 105147 w 607145"/>
              <a:gd name="connsiteY60" fmla="*/ 100177 h 399683"/>
              <a:gd name="connsiteX61" fmla="*/ 202962 w 607145"/>
              <a:gd name="connsiteY61" fmla="*/ 81724 h 399683"/>
              <a:gd name="connsiteX62" fmla="*/ 219680 w 607145"/>
              <a:gd name="connsiteY62" fmla="*/ 86996 h 399683"/>
              <a:gd name="connsiteX63" fmla="*/ 233905 w 607145"/>
              <a:gd name="connsiteY63" fmla="*/ 82602 h 399683"/>
              <a:gd name="connsiteX64" fmla="*/ 229652 w 607145"/>
              <a:gd name="connsiteY64" fmla="*/ 68396 h 399683"/>
              <a:gd name="connsiteX65" fmla="*/ 179418 w 607145"/>
              <a:gd name="connsiteY65" fmla="*/ 60293 h 399683"/>
              <a:gd name="connsiteX66" fmla="*/ 402115 w 607145"/>
              <a:gd name="connsiteY66" fmla="*/ 0 h 399683"/>
              <a:gd name="connsiteX67" fmla="*/ 607145 w 607145"/>
              <a:gd name="connsiteY67" fmla="*/ 64295 h 399683"/>
              <a:gd name="connsiteX68" fmla="*/ 607145 w 607145"/>
              <a:gd name="connsiteY68" fmla="*/ 399683 h 399683"/>
              <a:gd name="connsiteX69" fmla="*/ 398449 w 607145"/>
              <a:gd name="connsiteY69" fmla="*/ 341686 h 399683"/>
              <a:gd name="connsiteX70" fmla="*/ 315000 w 607145"/>
              <a:gd name="connsiteY70" fmla="*/ 370538 h 399683"/>
              <a:gd name="connsiteX71" fmla="*/ 313240 w 607145"/>
              <a:gd name="connsiteY71" fmla="*/ 372296 h 399683"/>
              <a:gd name="connsiteX72" fmla="*/ 313240 w 607145"/>
              <a:gd name="connsiteY72" fmla="*/ 50235 h 399683"/>
              <a:gd name="connsiteX73" fmla="*/ 314560 w 607145"/>
              <a:gd name="connsiteY73" fmla="*/ 45988 h 399683"/>
              <a:gd name="connsiteX74" fmla="*/ 402115 w 607145"/>
              <a:gd name="connsiteY74" fmla="*/ 0 h 399683"/>
              <a:gd name="connsiteX75" fmla="*/ 205015 w 607145"/>
              <a:gd name="connsiteY75" fmla="*/ 0 h 399683"/>
              <a:gd name="connsiteX76" fmla="*/ 292564 w 607145"/>
              <a:gd name="connsiteY76" fmla="*/ 45988 h 399683"/>
              <a:gd name="connsiteX77" fmla="*/ 292271 w 607145"/>
              <a:gd name="connsiteY77" fmla="*/ 47013 h 399683"/>
              <a:gd name="connsiteX78" fmla="*/ 292124 w 607145"/>
              <a:gd name="connsiteY78" fmla="*/ 49064 h 399683"/>
              <a:gd name="connsiteX79" fmla="*/ 292124 w 607145"/>
              <a:gd name="connsiteY79" fmla="*/ 370538 h 399683"/>
              <a:gd name="connsiteX80" fmla="*/ 208534 w 607145"/>
              <a:gd name="connsiteY80" fmla="*/ 341686 h 399683"/>
              <a:gd name="connsiteX81" fmla="*/ 0 w 607145"/>
              <a:gd name="connsiteY81" fmla="*/ 399683 h 399683"/>
              <a:gd name="connsiteX82" fmla="*/ 0 w 607145"/>
              <a:gd name="connsiteY82" fmla="*/ 64295 h 399683"/>
              <a:gd name="connsiteX83" fmla="*/ 205015 w 607145"/>
              <a:gd name="connsiteY83" fmla="*/ 0 h 39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7145" h="399683">
                <a:moveTo>
                  <a:pt x="424341" y="192546"/>
                </a:moveTo>
                <a:cubicBezTo>
                  <a:pt x="405663" y="191228"/>
                  <a:pt x="388037" y="193178"/>
                  <a:pt x="374104" y="200647"/>
                </a:cubicBezTo>
                <a:cubicBezTo>
                  <a:pt x="368970" y="203430"/>
                  <a:pt x="367064" y="209728"/>
                  <a:pt x="369850" y="214854"/>
                </a:cubicBezTo>
                <a:cubicBezTo>
                  <a:pt x="372637" y="219980"/>
                  <a:pt x="378943" y="221884"/>
                  <a:pt x="384076" y="219247"/>
                </a:cubicBezTo>
                <a:cubicBezTo>
                  <a:pt x="388916" y="216611"/>
                  <a:pt x="394636" y="215000"/>
                  <a:pt x="400942" y="213975"/>
                </a:cubicBezTo>
                <a:cubicBezTo>
                  <a:pt x="428514" y="209874"/>
                  <a:pt x="467379" y="220566"/>
                  <a:pt x="498617" y="232429"/>
                </a:cubicBezTo>
                <a:cubicBezTo>
                  <a:pt x="515630" y="238873"/>
                  <a:pt x="530442" y="245610"/>
                  <a:pt x="539828" y="250443"/>
                </a:cubicBezTo>
                <a:cubicBezTo>
                  <a:pt x="541442" y="251322"/>
                  <a:pt x="543055" y="251615"/>
                  <a:pt x="544668" y="251615"/>
                </a:cubicBezTo>
                <a:cubicBezTo>
                  <a:pt x="548481" y="251615"/>
                  <a:pt x="552148" y="249564"/>
                  <a:pt x="554054" y="245903"/>
                </a:cubicBezTo>
                <a:cubicBezTo>
                  <a:pt x="556694" y="240777"/>
                  <a:pt x="554641" y="234479"/>
                  <a:pt x="549508" y="231843"/>
                </a:cubicBezTo>
                <a:cubicBezTo>
                  <a:pt x="545878" y="229866"/>
                  <a:pt x="480376" y="196501"/>
                  <a:pt x="424341" y="192546"/>
                </a:cubicBezTo>
                <a:close/>
                <a:moveTo>
                  <a:pt x="179418" y="192544"/>
                </a:moveTo>
                <a:cubicBezTo>
                  <a:pt x="123386" y="196492"/>
                  <a:pt x="57889" y="229829"/>
                  <a:pt x="54260" y="231696"/>
                </a:cubicBezTo>
                <a:cubicBezTo>
                  <a:pt x="49127" y="234479"/>
                  <a:pt x="47074" y="240777"/>
                  <a:pt x="49714" y="245903"/>
                </a:cubicBezTo>
                <a:cubicBezTo>
                  <a:pt x="51620" y="249564"/>
                  <a:pt x="55287" y="251615"/>
                  <a:pt x="59099" y="251615"/>
                </a:cubicBezTo>
                <a:cubicBezTo>
                  <a:pt x="60713" y="251615"/>
                  <a:pt x="62472" y="251322"/>
                  <a:pt x="63939" y="250443"/>
                </a:cubicBezTo>
                <a:cubicBezTo>
                  <a:pt x="73324" y="245610"/>
                  <a:pt x="88136" y="238873"/>
                  <a:pt x="105147" y="232429"/>
                </a:cubicBezTo>
                <a:cubicBezTo>
                  <a:pt x="136383" y="220566"/>
                  <a:pt x="175245" y="209874"/>
                  <a:pt x="202962" y="213975"/>
                </a:cubicBezTo>
                <a:cubicBezTo>
                  <a:pt x="209121" y="215000"/>
                  <a:pt x="214840" y="216611"/>
                  <a:pt x="219680" y="219247"/>
                </a:cubicBezTo>
                <a:cubicBezTo>
                  <a:pt x="224812" y="221884"/>
                  <a:pt x="231118" y="219980"/>
                  <a:pt x="233905" y="214854"/>
                </a:cubicBezTo>
                <a:cubicBezTo>
                  <a:pt x="236691" y="209728"/>
                  <a:pt x="234784" y="203430"/>
                  <a:pt x="229652" y="200647"/>
                </a:cubicBezTo>
                <a:cubicBezTo>
                  <a:pt x="215720" y="193178"/>
                  <a:pt x="198095" y="191228"/>
                  <a:pt x="179418" y="192544"/>
                </a:cubicBezTo>
                <a:close/>
                <a:moveTo>
                  <a:pt x="424341" y="126430"/>
                </a:moveTo>
                <a:cubicBezTo>
                  <a:pt x="405663" y="125093"/>
                  <a:pt x="388037" y="127016"/>
                  <a:pt x="374104" y="134448"/>
                </a:cubicBezTo>
                <a:cubicBezTo>
                  <a:pt x="368970" y="137231"/>
                  <a:pt x="367064" y="143675"/>
                  <a:pt x="369850" y="148801"/>
                </a:cubicBezTo>
                <a:cubicBezTo>
                  <a:pt x="372637" y="153927"/>
                  <a:pt x="378943" y="155831"/>
                  <a:pt x="384076" y="153049"/>
                </a:cubicBezTo>
                <a:cubicBezTo>
                  <a:pt x="388916" y="150559"/>
                  <a:pt x="394636" y="148801"/>
                  <a:pt x="400942" y="147922"/>
                </a:cubicBezTo>
                <a:cubicBezTo>
                  <a:pt x="428514" y="143822"/>
                  <a:pt x="467379" y="154513"/>
                  <a:pt x="498617" y="166376"/>
                </a:cubicBezTo>
                <a:cubicBezTo>
                  <a:pt x="515630" y="172820"/>
                  <a:pt x="530442" y="179557"/>
                  <a:pt x="539828" y="184390"/>
                </a:cubicBezTo>
                <a:cubicBezTo>
                  <a:pt x="541442" y="185123"/>
                  <a:pt x="543055" y="185562"/>
                  <a:pt x="544668" y="185562"/>
                </a:cubicBezTo>
                <a:cubicBezTo>
                  <a:pt x="548481" y="185562"/>
                  <a:pt x="552148" y="183512"/>
                  <a:pt x="554054" y="179850"/>
                </a:cubicBezTo>
                <a:cubicBezTo>
                  <a:pt x="556694" y="174724"/>
                  <a:pt x="554641" y="168280"/>
                  <a:pt x="549508" y="165644"/>
                </a:cubicBezTo>
                <a:cubicBezTo>
                  <a:pt x="545878" y="163777"/>
                  <a:pt x="480376" y="130439"/>
                  <a:pt x="424341" y="126430"/>
                </a:cubicBezTo>
                <a:close/>
                <a:moveTo>
                  <a:pt x="179418" y="126430"/>
                </a:moveTo>
                <a:cubicBezTo>
                  <a:pt x="123386" y="130439"/>
                  <a:pt x="57889" y="163777"/>
                  <a:pt x="54260" y="165644"/>
                </a:cubicBezTo>
                <a:cubicBezTo>
                  <a:pt x="49127" y="168280"/>
                  <a:pt x="47074" y="174724"/>
                  <a:pt x="49714" y="179850"/>
                </a:cubicBezTo>
                <a:cubicBezTo>
                  <a:pt x="51620" y="183512"/>
                  <a:pt x="55287" y="185562"/>
                  <a:pt x="59099" y="185562"/>
                </a:cubicBezTo>
                <a:cubicBezTo>
                  <a:pt x="60713" y="185562"/>
                  <a:pt x="62472" y="185123"/>
                  <a:pt x="63939" y="184390"/>
                </a:cubicBezTo>
                <a:cubicBezTo>
                  <a:pt x="73324" y="179557"/>
                  <a:pt x="88136" y="172820"/>
                  <a:pt x="105147" y="166376"/>
                </a:cubicBezTo>
                <a:cubicBezTo>
                  <a:pt x="136383" y="154513"/>
                  <a:pt x="175245" y="143675"/>
                  <a:pt x="202962" y="147922"/>
                </a:cubicBezTo>
                <a:cubicBezTo>
                  <a:pt x="209121" y="148801"/>
                  <a:pt x="214840" y="150412"/>
                  <a:pt x="219680" y="153049"/>
                </a:cubicBezTo>
                <a:cubicBezTo>
                  <a:pt x="224812" y="155831"/>
                  <a:pt x="231265" y="153927"/>
                  <a:pt x="233905" y="148801"/>
                </a:cubicBezTo>
                <a:cubicBezTo>
                  <a:pt x="236691" y="143675"/>
                  <a:pt x="234784" y="137231"/>
                  <a:pt x="229652" y="134448"/>
                </a:cubicBezTo>
                <a:cubicBezTo>
                  <a:pt x="215720" y="127016"/>
                  <a:pt x="198095" y="125093"/>
                  <a:pt x="179418" y="126430"/>
                </a:cubicBezTo>
                <a:close/>
                <a:moveTo>
                  <a:pt x="424341" y="60293"/>
                </a:moveTo>
                <a:cubicBezTo>
                  <a:pt x="405663" y="58977"/>
                  <a:pt x="388037" y="60927"/>
                  <a:pt x="374104" y="68396"/>
                </a:cubicBezTo>
                <a:cubicBezTo>
                  <a:pt x="368970" y="71179"/>
                  <a:pt x="367064" y="77476"/>
                  <a:pt x="369850" y="82602"/>
                </a:cubicBezTo>
                <a:cubicBezTo>
                  <a:pt x="372637" y="87728"/>
                  <a:pt x="378943" y="89632"/>
                  <a:pt x="384076" y="86996"/>
                </a:cubicBezTo>
                <a:cubicBezTo>
                  <a:pt x="388916" y="84360"/>
                  <a:pt x="394636" y="82749"/>
                  <a:pt x="400942" y="81724"/>
                </a:cubicBezTo>
                <a:cubicBezTo>
                  <a:pt x="428514" y="77623"/>
                  <a:pt x="467379" y="88314"/>
                  <a:pt x="498471" y="100177"/>
                </a:cubicBezTo>
                <a:cubicBezTo>
                  <a:pt x="515630" y="106621"/>
                  <a:pt x="530442" y="113358"/>
                  <a:pt x="539828" y="118192"/>
                </a:cubicBezTo>
                <a:cubicBezTo>
                  <a:pt x="541442" y="119070"/>
                  <a:pt x="543055" y="119363"/>
                  <a:pt x="544668" y="119363"/>
                </a:cubicBezTo>
                <a:cubicBezTo>
                  <a:pt x="548481" y="119363"/>
                  <a:pt x="552148" y="117313"/>
                  <a:pt x="554054" y="113651"/>
                </a:cubicBezTo>
                <a:cubicBezTo>
                  <a:pt x="556694" y="108525"/>
                  <a:pt x="554641" y="102228"/>
                  <a:pt x="549508" y="99445"/>
                </a:cubicBezTo>
                <a:cubicBezTo>
                  <a:pt x="545878" y="97578"/>
                  <a:pt x="480376" y="64240"/>
                  <a:pt x="424341" y="60293"/>
                </a:cubicBezTo>
                <a:close/>
                <a:moveTo>
                  <a:pt x="179418" y="60293"/>
                </a:moveTo>
                <a:cubicBezTo>
                  <a:pt x="123386" y="64240"/>
                  <a:pt x="57889" y="97578"/>
                  <a:pt x="54260" y="99445"/>
                </a:cubicBezTo>
                <a:cubicBezTo>
                  <a:pt x="49127" y="102228"/>
                  <a:pt x="47074" y="108525"/>
                  <a:pt x="49714" y="113651"/>
                </a:cubicBezTo>
                <a:cubicBezTo>
                  <a:pt x="51620" y="117313"/>
                  <a:pt x="55287" y="119363"/>
                  <a:pt x="59099" y="119363"/>
                </a:cubicBezTo>
                <a:cubicBezTo>
                  <a:pt x="60713" y="119363"/>
                  <a:pt x="62472" y="119070"/>
                  <a:pt x="63939" y="118192"/>
                </a:cubicBezTo>
                <a:cubicBezTo>
                  <a:pt x="73324" y="113358"/>
                  <a:pt x="88136" y="106621"/>
                  <a:pt x="105147" y="100177"/>
                </a:cubicBezTo>
                <a:cubicBezTo>
                  <a:pt x="136383" y="88314"/>
                  <a:pt x="175245" y="77623"/>
                  <a:pt x="202962" y="81724"/>
                </a:cubicBezTo>
                <a:cubicBezTo>
                  <a:pt x="209121" y="82749"/>
                  <a:pt x="214840" y="84360"/>
                  <a:pt x="219680" y="86996"/>
                </a:cubicBezTo>
                <a:cubicBezTo>
                  <a:pt x="224812" y="89632"/>
                  <a:pt x="231265" y="87728"/>
                  <a:pt x="233905" y="82602"/>
                </a:cubicBezTo>
                <a:cubicBezTo>
                  <a:pt x="236691" y="77476"/>
                  <a:pt x="234784" y="71179"/>
                  <a:pt x="229652" y="68396"/>
                </a:cubicBezTo>
                <a:cubicBezTo>
                  <a:pt x="215720" y="60927"/>
                  <a:pt x="198095" y="58977"/>
                  <a:pt x="179418" y="60293"/>
                </a:cubicBezTo>
                <a:close/>
                <a:moveTo>
                  <a:pt x="402115" y="0"/>
                </a:moveTo>
                <a:cubicBezTo>
                  <a:pt x="454179" y="0"/>
                  <a:pt x="523109" y="21676"/>
                  <a:pt x="607145" y="64295"/>
                </a:cubicBezTo>
                <a:lnTo>
                  <a:pt x="607145" y="399683"/>
                </a:lnTo>
                <a:cubicBezTo>
                  <a:pt x="570187" y="382548"/>
                  <a:pt x="474858" y="341686"/>
                  <a:pt x="398449" y="341686"/>
                </a:cubicBezTo>
                <a:cubicBezTo>
                  <a:pt x="356944" y="341686"/>
                  <a:pt x="331132" y="353988"/>
                  <a:pt x="315000" y="370538"/>
                </a:cubicBezTo>
                <a:cubicBezTo>
                  <a:pt x="314413" y="371124"/>
                  <a:pt x="313827" y="371710"/>
                  <a:pt x="313240" y="372296"/>
                </a:cubicBezTo>
                <a:lnTo>
                  <a:pt x="313240" y="50235"/>
                </a:lnTo>
                <a:cubicBezTo>
                  <a:pt x="313387" y="49356"/>
                  <a:pt x="313827" y="47892"/>
                  <a:pt x="314560" y="45988"/>
                </a:cubicBezTo>
                <a:cubicBezTo>
                  <a:pt x="319400" y="33100"/>
                  <a:pt x="338319" y="0"/>
                  <a:pt x="402115" y="0"/>
                </a:cubicBezTo>
                <a:close/>
                <a:moveTo>
                  <a:pt x="205015" y="0"/>
                </a:moveTo>
                <a:cubicBezTo>
                  <a:pt x="268954" y="0"/>
                  <a:pt x="287725" y="33246"/>
                  <a:pt x="292564" y="45988"/>
                </a:cubicBezTo>
                <a:cubicBezTo>
                  <a:pt x="292417" y="46574"/>
                  <a:pt x="292271" y="47013"/>
                  <a:pt x="292271" y="47013"/>
                </a:cubicBezTo>
                <a:cubicBezTo>
                  <a:pt x="292124" y="47745"/>
                  <a:pt x="292124" y="48331"/>
                  <a:pt x="292124" y="49064"/>
                </a:cubicBezTo>
                <a:lnTo>
                  <a:pt x="292124" y="370538"/>
                </a:lnTo>
                <a:cubicBezTo>
                  <a:pt x="275993" y="353988"/>
                  <a:pt x="250183" y="341686"/>
                  <a:pt x="208534" y="341686"/>
                </a:cubicBezTo>
                <a:cubicBezTo>
                  <a:pt x="132277" y="341686"/>
                  <a:pt x="36809" y="382548"/>
                  <a:pt x="0" y="399683"/>
                </a:cubicBezTo>
                <a:lnTo>
                  <a:pt x="0" y="64295"/>
                </a:lnTo>
                <a:cubicBezTo>
                  <a:pt x="84030" y="21676"/>
                  <a:pt x="152955" y="0"/>
                  <a:pt x="205015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5835053" y="5576062"/>
            <a:ext cx="495959" cy="495959"/>
            <a:chOff x="6932134" y="4603941"/>
            <a:chExt cx="495959" cy="495959"/>
          </a:xfrm>
        </p:grpSpPr>
        <p:sp>
          <p:nvSpPr>
            <p:cNvPr id="74" name="íṥļîḓê"/>
            <p:cNvSpPr/>
            <p:nvPr/>
          </p:nvSpPr>
          <p:spPr>
            <a:xfrm>
              <a:off x="6932134" y="460394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75" name="íṥlíḓê"/>
            <p:cNvSpPr/>
            <p:nvPr/>
          </p:nvSpPr>
          <p:spPr>
            <a:xfrm>
              <a:off x="6977987" y="464979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76" name="ïśļiḑé"/>
            <p:cNvSpPr/>
            <p:nvPr/>
          </p:nvSpPr>
          <p:spPr>
            <a:xfrm>
              <a:off x="7055794" y="4770082"/>
              <a:ext cx="248637" cy="163678"/>
            </a:xfrm>
            <a:custGeom>
              <a:avLst/>
              <a:gdLst>
                <a:gd name="connsiteX0" fmla="*/ 424341 w 607145"/>
                <a:gd name="connsiteY0" fmla="*/ 192546 h 399683"/>
                <a:gd name="connsiteX1" fmla="*/ 374104 w 607145"/>
                <a:gd name="connsiteY1" fmla="*/ 200647 h 399683"/>
                <a:gd name="connsiteX2" fmla="*/ 369850 w 607145"/>
                <a:gd name="connsiteY2" fmla="*/ 214854 h 399683"/>
                <a:gd name="connsiteX3" fmla="*/ 384076 w 607145"/>
                <a:gd name="connsiteY3" fmla="*/ 219247 h 399683"/>
                <a:gd name="connsiteX4" fmla="*/ 400942 w 607145"/>
                <a:gd name="connsiteY4" fmla="*/ 213975 h 399683"/>
                <a:gd name="connsiteX5" fmla="*/ 498617 w 607145"/>
                <a:gd name="connsiteY5" fmla="*/ 232429 h 399683"/>
                <a:gd name="connsiteX6" fmla="*/ 539828 w 607145"/>
                <a:gd name="connsiteY6" fmla="*/ 250443 h 399683"/>
                <a:gd name="connsiteX7" fmla="*/ 544668 w 607145"/>
                <a:gd name="connsiteY7" fmla="*/ 251615 h 399683"/>
                <a:gd name="connsiteX8" fmla="*/ 554054 w 607145"/>
                <a:gd name="connsiteY8" fmla="*/ 245903 h 399683"/>
                <a:gd name="connsiteX9" fmla="*/ 549508 w 607145"/>
                <a:gd name="connsiteY9" fmla="*/ 231843 h 399683"/>
                <a:gd name="connsiteX10" fmla="*/ 424341 w 607145"/>
                <a:gd name="connsiteY10" fmla="*/ 192546 h 399683"/>
                <a:gd name="connsiteX11" fmla="*/ 179418 w 607145"/>
                <a:gd name="connsiteY11" fmla="*/ 192544 h 399683"/>
                <a:gd name="connsiteX12" fmla="*/ 54260 w 607145"/>
                <a:gd name="connsiteY12" fmla="*/ 231696 h 399683"/>
                <a:gd name="connsiteX13" fmla="*/ 49714 w 607145"/>
                <a:gd name="connsiteY13" fmla="*/ 245903 h 399683"/>
                <a:gd name="connsiteX14" fmla="*/ 59099 w 607145"/>
                <a:gd name="connsiteY14" fmla="*/ 251615 h 399683"/>
                <a:gd name="connsiteX15" fmla="*/ 63939 w 607145"/>
                <a:gd name="connsiteY15" fmla="*/ 250443 h 399683"/>
                <a:gd name="connsiteX16" fmla="*/ 105147 w 607145"/>
                <a:gd name="connsiteY16" fmla="*/ 232429 h 399683"/>
                <a:gd name="connsiteX17" fmla="*/ 202962 w 607145"/>
                <a:gd name="connsiteY17" fmla="*/ 213975 h 399683"/>
                <a:gd name="connsiteX18" fmla="*/ 219680 w 607145"/>
                <a:gd name="connsiteY18" fmla="*/ 219247 h 399683"/>
                <a:gd name="connsiteX19" fmla="*/ 233905 w 607145"/>
                <a:gd name="connsiteY19" fmla="*/ 214854 h 399683"/>
                <a:gd name="connsiteX20" fmla="*/ 229652 w 607145"/>
                <a:gd name="connsiteY20" fmla="*/ 200647 h 399683"/>
                <a:gd name="connsiteX21" fmla="*/ 179418 w 607145"/>
                <a:gd name="connsiteY21" fmla="*/ 192544 h 399683"/>
                <a:gd name="connsiteX22" fmla="*/ 424341 w 607145"/>
                <a:gd name="connsiteY22" fmla="*/ 126430 h 399683"/>
                <a:gd name="connsiteX23" fmla="*/ 374104 w 607145"/>
                <a:gd name="connsiteY23" fmla="*/ 134448 h 399683"/>
                <a:gd name="connsiteX24" fmla="*/ 369850 w 607145"/>
                <a:gd name="connsiteY24" fmla="*/ 148801 h 399683"/>
                <a:gd name="connsiteX25" fmla="*/ 384076 w 607145"/>
                <a:gd name="connsiteY25" fmla="*/ 153049 h 399683"/>
                <a:gd name="connsiteX26" fmla="*/ 400942 w 607145"/>
                <a:gd name="connsiteY26" fmla="*/ 147922 h 399683"/>
                <a:gd name="connsiteX27" fmla="*/ 498617 w 607145"/>
                <a:gd name="connsiteY27" fmla="*/ 166376 h 399683"/>
                <a:gd name="connsiteX28" fmla="*/ 539828 w 607145"/>
                <a:gd name="connsiteY28" fmla="*/ 184390 h 399683"/>
                <a:gd name="connsiteX29" fmla="*/ 544668 w 607145"/>
                <a:gd name="connsiteY29" fmla="*/ 185562 h 399683"/>
                <a:gd name="connsiteX30" fmla="*/ 554054 w 607145"/>
                <a:gd name="connsiteY30" fmla="*/ 179850 h 399683"/>
                <a:gd name="connsiteX31" fmla="*/ 549508 w 607145"/>
                <a:gd name="connsiteY31" fmla="*/ 165644 h 399683"/>
                <a:gd name="connsiteX32" fmla="*/ 424341 w 607145"/>
                <a:gd name="connsiteY32" fmla="*/ 126430 h 399683"/>
                <a:gd name="connsiteX33" fmla="*/ 179418 w 607145"/>
                <a:gd name="connsiteY33" fmla="*/ 126430 h 399683"/>
                <a:gd name="connsiteX34" fmla="*/ 54260 w 607145"/>
                <a:gd name="connsiteY34" fmla="*/ 165644 h 399683"/>
                <a:gd name="connsiteX35" fmla="*/ 49714 w 607145"/>
                <a:gd name="connsiteY35" fmla="*/ 179850 h 399683"/>
                <a:gd name="connsiteX36" fmla="*/ 59099 w 607145"/>
                <a:gd name="connsiteY36" fmla="*/ 185562 h 399683"/>
                <a:gd name="connsiteX37" fmla="*/ 63939 w 607145"/>
                <a:gd name="connsiteY37" fmla="*/ 184390 h 399683"/>
                <a:gd name="connsiteX38" fmla="*/ 105147 w 607145"/>
                <a:gd name="connsiteY38" fmla="*/ 166376 h 399683"/>
                <a:gd name="connsiteX39" fmla="*/ 202962 w 607145"/>
                <a:gd name="connsiteY39" fmla="*/ 147922 h 399683"/>
                <a:gd name="connsiteX40" fmla="*/ 219680 w 607145"/>
                <a:gd name="connsiteY40" fmla="*/ 153049 h 399683"/>
                <a:gd name="connsiteX41" fmla="*/ 233905 w 607145"/>
                <a:gd name="connsiteY41" fmla="*/ 148801 h 399683"/>
                <a:gd name="connsiteX42" fmla="*/ 229652 w 607145"/>
                <a:gd name="connsiteY42" fmla="*/ 134448 h 399683"/>
                <a:gd name="connsiteX43" fmla="*/ 179418 w 607145"/>
                <a:gd name="connsiteY43" fmla="*/ 126430 h 399683"/>
                <a:gd name="connsiteX44" fmla="*/ 424341 w 607145"/>
                <a:gd name="connsiteY44" fmla="*/ 60293 h 399683"/>
                <a:gd name="connsiteX45" fmla="*/ 374104 w 607145"/>
                <a:gd name="connsiteY45" fmla="*/ 68396 h 399683"/>
                <a:gd name="connsiteX46" fmla="*/ 369850 w 607145"/>
                <a:gd name="connsiteY46" fmla="*/ 82602 h 399683"/>
                <a:gd name="connsiteX47" fmla="*/ 384076 w 607145"/>
                <a:gd name="connsiteY47" fmla="*/ 86996 h 399683"/>
                <a:gd name="connsiteX48" fmla="*/ 400942 w 607145"/>
                <a:gd name="connsiteY48" fmla="*/ 81724 h 399683"/>
                <a:gd name="connsiteX49" fmla="*/ 498471 w 607145"/>
                <a:gd name="connsiteY49" fmla="*/ 100177 h 399683"/>
                <a:gd name="connsiteX50" fmla="*/ 539828 w 607145"/>
                <a:gd name="connsiteY50" fmla="*/ 118192 h 399683"/>
                <a:gd name="connsiteX51" fmla="*/ 544668 w 607145"/>
                <a:gd name="connsiteY51" fmla="*/ 119363 h 399683"/>
                <a:gd name="connsiteX52" fmla="*/ 554054 w 607145"/>
                <a:gd name="connsiteY52" fmla="*/ 113651 h 399683"/>
                <a:gd name="connsiteX53" fmla="*/ 549508 w 607145"/>
                <a:gd name="connsiteY53" fmla="*/ 99445 h 399683"/>
                <a:gd name="connsiteX54" fmla="*/ 424341 w 607145"/>
                <a:gd name="connsiteY54" fmla="*/ 60293 h 399683"/>
                <a:gd name="connsiteX55" fmla="*/ 179418 w 607145"/>
                <a:gd name="connsiteY55" fmla="*/ 60293 h 399683"/>
                <a:gd name="connsiteX56" fmla="*/ 54260 w 607145"/>
                <a:gd name="connsiteY56" fmla="*/ 99445 h 399683"/>
                <a:gd name="connsiteX57" fmla="*/ 49714 w 607145"/>
                <a:gd name="connsiteY57" fmla="*/ 113651 h 399683"/>
                <a:gd name="connsiteX58" fmla="*/ 59099 w 607145"/>
                <a:gd name="connsiteY58" fmla="*/ 119363 h 399683"/>
                <a:gd name="connsiteX59" fmla="*/ 63939 w 607145"/>
                <a:gd name="connsiteY59" fmla="*/ 118192 h 399683"/>
                <a:gd name="connsiteX60" fmla="*/ 105147 w 607145"/>
                <a:gd name="connsiteY60" fmla="*/ 100177 h 399683"/>
                <a:gd name="connsiteX61" fmla="*/ 202962 w 607145"/>
                <a:gd name="connsiteY61" fmla="*/ 81724 h 399683"/>
                <a:gd name="connsiteX62" fmla="*/ 219680 w 607145"/>
                <a:gd name="connsiteY62" fmla="*/ 86996 h 399683"/>
                <a:gd name="connsiteX63" fmla="*/ 233905 w 607145"/>
                <a:gd name="connsiteY63" fmla="*/ 82602 h 399683"/>
                <a:gd name="connsiteX64" fmla="*/ 229652 w 607145"/>
                <a:gd name="connsiteY64" fmla="*/ 68396 h 399683"/>
                <a:gd name="connsiteX65" fmla="*/ 179418 w 607145"/>
                <a:gd name="connsiteY65" fmla="*/ 60293 h 399683"/>
                <a:gd name="connsiteX66" fmla="*/ 402115 w 607145"/>
                <a:gd name="connsiteY66" fmla="*/ 0 h 399683"/>
                <a:gd name="connsiteX67" fmla="*/ 607145 w 607145"/>
                <a:gd name="connsiteY67" fmla="*/ 64295 h 399683"/>
                <a:gd name="connsiteX68" fmla="*/ 607145 w 607145"/>
                <a:gd name="connsiteY68" fmla="*/ 399683 h 399683"/>
                <a:gd name="connsiteX69" fmla="*/ 398449 w 607145"/>
                <a:gd name="connsiteY69" fmla="*/ 341686 h 399683"/>
                <a:gd name="connsiteX70" fmla="*/ 315000 w 607145"/>
                <a:gd name="connsiteY70" fmla="*/ 370538 h 399683"/>
                <a:gd name="connsiteX71" fmla="*/ 313240 w 607145"/>
                <a:gd name="connsiteY71" fmla="*/ 372296 h 399683"/>
                <a:gd name="connsiteX72" fmla="*/ 313240 w 607145"/>
                <a:gd name="connsiteY72" fmla="*/ 50235 h 399683"/>
                <a:gd name="connsiteX73" fmla="*/ 314560 w 607145"/>
                <a:gd name="connsiteY73" fmla="*/ 45988 h 399683"/>
                <a:gd name="connsiteX74" fmla="*/ 402115 w 607145"/>
                <a:gd name="connsiteY74" fmla="*/ 0 h 399683"/>
                <a:gd name="connsiteX75" fmla="*/ 205015 w 607145"/>
                <a:gd name="connsiteY75" fmla="*/ 0 h 399683"/>
                <a:gd name="connsiteX76" fmla="*/ 292564 w 607145"/>
                <a:gd name="connsiteY76" fmla="*/ 45988 h 399683"/>
                <a:gd name="connsiteX77" fmla="*/ 292271 w 607145"/>
                <a:gd name="connsiteY77" fmla="*/ 47013 h 399683"/>
                <a:gd name="connsiteX78" fmla="*/ 292124 w 607145"/>
                <a:gd name="connsiteY78" fmla="*/ 49064 h 399683"/>
                <a:gd name="connsiteX79" fmla="*/ 292124 w 607145"/>
                <a:gd name="connsiteY79" fmla="*/ 370538 h 399683"/>
                <a:gd name="connsiteX80" fmla="*/ 208534 w 607145"/>
                <a:gd name="connsiteY80" fmla="*/ 341686 h 399683"/>
                <a:gd name="connsiteX81" fmla="*/ 0 w 607145"/>
                <a:gd name="connsiteY81" fmla="*/ 399683 h 399683"/>
                <a:gd name="connsiteX82" fmla="*/ 0 w 607145"/>
                <a:gd name="connsiteY82" fmla="*/ 64295 h 399683"/>
                <a:gd name="connsiteX83" fmla="*/ 205015 w 607145"/>
                <a:gd name="connsiteY83" fmla="*/ 0 h 39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7145" h="399683">
                  <a:moveTo>
                    <a:pt x="424341" y="192546"/>
                  </a:moveTo>
                  <a:cubicBezTo>
                    <a:pt x="405663" y="191228"/>
                    <a:pt x="388037" y="193178"/>
                    <a:pt x="374104" y="200647"/>
                  </a:cubicBezTo>
                  <a:cubicBezTo>
                    <a:pt x="368970" y="203430"/>
                    <a:pt x="367064" y="209728"/>
                    <a:pt x="369850" y="214854"/>
                  </a:cubicBezTo>
                  <a:cubicBezTo>
                    <a:pt x="372637" y="219980"/>
                    <a:pt x="378943" y="221884"/>
                    <a:pt x="384076" y="219247"/>
                  </a:cubicBezTo>
                  <a:cubicBezTo>
                    <a:pt x="388916" y="216611"/>
                    <a:pt x="394636" y="215000"/>
                    <a:pt x="400942" y="213975"/>
                  </a:cubicBezTo>
                  <a:cubicBezTo>
                    <a:pt x="428514" y="209874"/>
                    <a:pt x="467379" y="220566"/>
                    <a:pt x="498617" y="232429"/>
                  </a:cubicBezTo>
                  <a:cubicBezTo>
                    <a:pt x="515630" y="238873"/>
                    <a:pt x="530442" y="245610"/>
                    <a:pt x="539828" y="250443"/>
                  </a:cubicBezTo>
                  <a:cubicBezTo>
                    <a:pt x="541442" y="251322"/>
                    <a:pt x="543055" y="251615"/>
                    <a:pt x="544668" y="251615"/>
                  </a:cubicBezTo>
                  <a:cubicBezTo>
                    <a:pt x="548481" y="251615"/>
                    <a:pt x="552148" y="249564"/>
                    <a:pt x="554054" y="245903"/>
                  </a:cubicBezTo>
                  <a:cubicBezTo>
                    <a:pt x="556694" y="240777"/>
                    <a:pt x="554641" y="234479"/>
                    <a:pt x="549508" y="231843"/>
                  </a:cubicBezTo>
                  <a:cubicBezTo>
                    <a:pt x="545878" y="229866"/>
                    <a:pt x="480376" y="196501"/>
                    <a:pt x="424341" y="192546"/>
                  </a:cubicBezTo>
                  <a:close/>
                  <a:moveTo>
                    <a:pt x="179418" y="192544"/>
                  </a:moveTo>
                  <a:cubicBezTo>
                    <a:pt x="123386" y="196492"/>
                    <a:pt x="57889" y="229829"/>
                    <a:pt x="54260" y="231696"/>
                  </a:cubicBezTo>
                  <a:cubicBezTo>
                    <a:pt x="49127" y="234479"/>
                    <a:pt x="47074" y="240777"/>
                    <a:pt x="49714" y="245903"/>
                  </a:cubicBezTo>
                  <a:cubicBezTo>
                    <a:pt x="51620" y="249564"/>
                    <a:pt x="55287" y="251615"/>
                    <a:pt x="59099" y="251615"/>
                  </a:cubicBezTo>
                  <a:cubicBezTo>
                    <a:pt x="60713" y="251615"/>
                    <a:pt x="62472" y="251322"/>
                    <a:pt x="63939" y="250443"/>
                  </a:cubicBezTo>
                  <a:cubicBezTo>
                    <a:pt x="73324" y="245610"/>
                    <a:pt x="88136" y="238873"/>
                    <a:pt x="105147" y="232429"/>
                  </a:cubicBezTo>
                  <a:cubicBezTo>
                    <a:pt x="136383" y="220566"/>
                    <a:pt x="175245" y="209874"/>
                    <a:pt x="202962" y="213975"/>
                  </a:cubicBezTo>
                  <a:cubicBezTo>
                    <a:pt x="209121" y="215000"/>
                    <a:pt x="214840" y="216611"/>
                    <a:pt x="219680" y="219247"/>
                  </a:cubicBezTo>
                  <a:cubicBezTo>
                    <a:pt x="224812" y="221884"/>
                    <a:pt x="231118" y="219980"/>
                    <a:pt x="233905" y="214854"/>
                  </a:cubicBezTo>
                  <a:cubicBezTo>
                    <a:pt x="236691" y="209728"/>
                    <a:pt x="234784" y="203430"/>
                    <a:pt x="229652" y="200647"/>
                  </a:cubicBezTo>
                  <a:cubicBezTo>
                    <a:pt x="215720" y="193178"/>
                    <a:pt x="198095" y="191228"/>
                    <a:pt x="179418" y="192544"/>
                  </a:cubicBezTo>
                  <a:close/>
                  <a:moveTo>
                    <a:pt x="424341" y="126430"/>
                  </a:moveTo>
                  <a:cubicBezTo>
                    <a:pt x="405663" y="125093"/>
                    <a:pt x="388037" y="127016"/>
                    <a:pt x="374104" y="134448"/>
                  </a:cubicBezTo>
                  <a:cubicBezTo>
                    <a:pt x="368970" y="137231"/>
                    <a:pt x="367064" y="143675"/>
                    <a:pt x="369850" y="148801"/>
                  </a:cubicBezTo>
                  <a:cubicBezTo>
                    <a:pt x="372637" y="153927"/>
                    <a:pt x="378943" y="155831"/>
                    <a:pt x="384076" y="153049"/>
                  </a:cubicBezTo>
                  <a:cubicBezTo>
                    <a:pt x="388916" y="150559"/>
                    <a:pt x="394636" y="148801"/>
                    <a:pt x="400942" y="147922"/>
                  </a:cubicBezTo>
                  <a:cubicBezTo>
                    <a:pt x="428514" y="143822"/>
                    <a:pt x="467379" y="154513"/>
                    <a:pt x="498617" y="166376"/>
                  </a:cubicBezTo>
                  <a:cubicBezTo>
                    <a:pt x="515630" y="172820"/>
                    <a:pt x="530442" y="179557"/>
                    <a:pt x="539828" y="184390"/>
                  </a:cubicBezTo>
                  <a:cubicBezTo>
                    <a:pt x="541442" y="185123"/>
                    <a:pt x="543055" y="185562"/>
                    <a:pt x="544668" y="185562"/>
                  </a:cubicBezTo>
                  <a:cubicBezTo>
                    <a:pt x="548481" y="185562"/>
                    <a:pt x="552148" y="183512"/>
                    <a:pt x="554054" y="179850"/>
                  </a:cubicBezTo>
                  <a:cubicBezTo>
                    <a:pt x="556694" y="174724"/>
                    <a:pt x="554641" y="168280"/>
                    <a:pt x="549508" y="165644"/>
                  </a:cubicBezTo>
                  <a:cubicBezTo>
                    <a:pt x="545878" y="163777"/>
                    <a:pt x="480376" y="130439"/>
                    <a:pt x="424341" y="126430"/>
                  </a:cubicBezTo>
                  <a:close/>
                  <a:moveTo>
                    <a:pt x="179418" y="126430"/>
                  </a:moveTo>
                  <a:cubicBezTo>
                    <a:pt x="123386" y="130439"/>
                    <a:pt x="57889" y="163777"/>
                    <a:pt x="54260" y="165644"/>
                  </a:cubicBezTo>
                  <a:cubicBezTo>
                    <a:pt x="49127" y="168280"/>
                    <a:pt x="47074" y="174724"/>
                    <a:pt x="49714" y="179850"/>
                  </a:cubicBezTo>
                  <a:cubicBezTo>
                    <a:pt x="51620" y="183512"/>
                    <a:pt x="55287" y="185562"/>
                    <a:pt x="59099" y="185562"/>
                  </a:cubicBezTo>
                  <a:cubicBezTo>
                    <a:pt x="60713" y="185562"/>
                    <a:pt x="62472" y="185123"/>
                    <a:pt x="63939" y="184390"/>
                  </a:cubicBezTo>
                  <a:cubicBezTo>
                    <a:pt x="73324" y="179557"/>
                    <a:pt x="88136" y="172820"/>
                    <a:pt x="105147" y="166376"/>
                  </a:cubicBezTo>
                  <a:cubicBezTo>
                    <a:pt x="136383" y="154513"/>
                    <a:pt x="175245" y="143675"/>
                    <a:pt x="202962" y="147922"/>
                  </a:cubicBezTo>
                  <a:cubicBezTo>
                    <a:pt x="209121" y="148801"/>
                    <a:pt x="214840" y="150412"/>
                    <a:pt x="219680" y="153049"/>
                  </a:cubicBezTo>
                  <a:cubicBezTo>
                    <a:pt x="224812" y="155831"/>
                    <a:pt x="231265" y="153927"/>
                    <a:pt x="233905" y="148801"/>
                  </a:cubicBezTo>
                  <a:cubicBezTo>
                    <a:pt x="236691" y="143675"/>
                    <a:pt x="234784" y="137231"/>
                    <a:pt x="229652" y="134448"/>
                  </a:cubicBezTo>
                  <a:cubicBezTo>
                    <a:pt x="215720" y="127016"/>
                    <a:pt x="198095" y="125093"/>
                    <a:pt x="179418" y="126430"/>
                  </a:cubicBezTo>
                  <a:close/>
                  <a:moveTo>
                    <a:pt x="424341" y="60293"/>
                  </a:moveTo>
                  <a:cubicBezTo>
                    <a:pt x="405663" y="58977"/>
                    <a:pt x="388037" y="60927"/>
                    <a:pt x="374104" y="68396"/>
                  </a:cubicBezTo>
                  <a:cubicBezTo>
                    <a:pt x="368970" y="71179"/>
                    <a:pt x="367064" y="77476"/>
                    <a:pt x="369850" y="82602"/>
                  </a:cubicBezTo>
                  <a:cubicBezTo>
                    <a:pt x="372637" y="87728"/>
                    <a:pt x="378943" y="89632"/>
                    <a:pt x="384076" y="86996"/>
                  </a:cubicBezTo>
                  <a:cubicBezTo>
                    <a:pt x="388916" y="84360"/>
                    <a:pt x="394636" y="82749"/>
                    <a:pt x="400942" y="81724"/>
                  </a:cubicBezTo>
                  <a:cubicBezTo>
                    <a:pt x="428514" y="77623"/>
                    <a:pt x="467379" y="88314"/>
                    <a:pt x="498471" y="100177"/>
                  </a:cubicBezTo>
                  <a:cubicBezTo>
                    <a:pt x="515630" y="106621"/>
                    <a:pt x="530442" y="113358"/>
                    <a:pt x="539828" y="118192"/>
                  </a:cubicBezTo>
                  <a:cubicBezTo>
                    <a:pt x="541442" y="119070"/>
                    <a:pt x="543055" y="119363"/>
                    <a:pt x="544668" y="119363"/>
                  </a:cubicBezTo>
                  <a:cubicBezTo>
                    <a:pt x="548481" y="119363"/>
                    <a:pt x="552148" y="117313"/>
                    <a:pt x="554054" y="113651"/>
                  </a:cubicBezTo>
                  <a:cubicBezTo>
                    <a:pt x="556694" y="108525"/>
                    <a:pt x="554641" y="102228"/>
                    <a:pt x="549508" y="99445"/>
                  </a:cubicBezTo>
                  <a:cubicBezTo>
                    <a:pt x="545878" y="97578"/>
                    <a:pt x="480376" y="64240"/>
                    <a:pt x="424341" y="60293"/>
                  </a:cubicBezTo>
                  <a:close/>
                  <a:moveTo>
                    <a:pt x="179418" y="60293"/>
                  </a:moveTo>
                  <a:cubicBezTo>
                    <a:pt x="123386" y="64240"/>
                    <a:pt x="57889" y="97578"/>
                    <a:pt x="54260" y="99445"/>
                  </a:cubicBezTo>
                  <a:cubicBezTo>
                    <a:pt x="49127" y="102228"/>
                    <a:pt x="47074" y="108525"/>
                    <a:pt x="49714" y="113651"/>
                  </a:cubicBezTo>
                  <a:cubicBezTo>
                    <a:pt x="51620" y="117313"/>
                    <a:pt x="55287" y="119363"/>
                    <a:pt x="59099" y="119363"/>
                  </a:cubicBezTo>
                  <a:cubicBezTo>
                    <a:pt x="60713" y="119363"/>
                    <a:pt x="62472" y="119070"/>
                    <a:pt x="63939" y="118192"/>
                  </a:cubicBezTo>
                  <a:cubicBezTo>
                    <a:pt x="73324" y="113358"/>
                    <a:pt x="88136" y="106621"/>
                    <a:pt x="105147" y="100177"/>
                  </a:cubicBezTo>
                  <a:cubicBezTo>
                    <a:pt x="136383" y="88314"/>
                    <a:pt x="175245" y="77623"/>
                    <a:pt x="202962" y="81724"/>
                  </a:cubicBezTo>
                  <a:cubicBezTo>
                    <a:pt x="209121" y="82749"/>
                    <a:pt x="214840" y="84360"/>
                    <a:pt x="219680" y="86996"/>
                  </a:cubicBezTo>
                  <a:cubicBezTo>
                    <a:pt x="224812" y="89632"/>
                    <a:pt x="231265" y="87728"/>
                    <a:pt x="233905" y="82602"/>
                  </a:cubicBezTo>
                  <a:cubicBezTo>
                    <a:pt x="236691" y="77476"/>
                    <a:pt x="234784" y="71179"/>
                    <a:pt x="229652" y="68396"/>
                  </a:cubicBezTo>
                  <a:cubicBezTo>
                    <a:pt x="215720" y="60927"/>
                    <a:pt x="198095" y="58977"/>
                    <a:pt x="179418" y="60293"/>
                  </a:cubicBezTo>
                  <a:close/>
                  <a:moveTo>
                    <a:pt x="402115" y="0"/>
                  </a:moveTo>
                  <a:cubicBezTo>
                    <a:pt x="454179" y="0"/>
                    <a:pt x="523109" y="21676"/>
                    <a:pt x="607145" y="64295"/>
                  </a:cubicBezTo>
                  <a:lnTo>
                    <a:pt x="607145" y="399683"/>
                  </a:lnTo>
                  <a:cubicBezTo>
                    <a:pt x="570187" y="382548"/>
                    <a:pt x="474858" y="341686"/>
                    <a:pt x="398449" y="341686"/>
                  </a:cubicBezTo>
                  <a:cubicBezTo>
                    <a:pt x="356944" y="341686"/>
                    <a:pt x="331132" y="353988"/>
                    <a:pt x="315000" y="370538"/>
                  </a:cubicBezTo>
                  <a:cubicBezTo>
                    <a:pt x="314413" y="371124"/>
                    <a:pt x="313827" y="371710"/>
                    <a:pt x="313240" y="372296"/>
                  </a:cubicBezTo>
                  <a:lnTo>
                    <a:pt x="313240" y="50235"/>
                  </a:lnTo>
                  <a:cubicBezTo>
                    <a:pt x="313387" y="49356"/>
                    <a:pt x="313827" y="47892"/>
                    <a:pt x="314560" y="45988"/>
                  </a:cubicBezTo>
                  <a:cubicBezTo>
                    <a:pt x="319400" y="33100"/>
                    <a:pt x="338319" y="0"/>
                    <a:pt x="402115" y="0"/>
                  </a:cubicBezTo>
                  <a:close/>
                  <a:moveTo>
                    <a:pt x="205015" y="0"/>
                  </a:moveTo>
                  <a:cubicBezTo>
                    <a:pt x="268954" y="0"/>
                    <a:pt x="287725" y="33246"/>
                    <a:pt x="292564" y="45988"/>
                  </a:cubicBezTo>
                  <a:cubicBezTo>
                    <a:pt x="292417" y="46574"/>
                    <a:pt x="292271" y="47013"/>
                    <a:pt x="292271" y="47013"/>
                  </a:cubicBezTo>
                  <a:cubicBezTo>
                    <a:pt x="292124" y="47745"/>
                    <a:pt x="292124" y="48331"/>
                    <a:pt x="292124" y="49064"/>
                  </a:cubicBezTo>
                  <a:lnTo>
                    <a:pt x="292124" y="370538"/>
                  </a:lnTo>
                  <a:cubicBezTo>
                    <a:pt x="275993" y="353988"/>
                    <a:pt x="250183" y="341686"/>
                    <a:pt x="208534" y="341686"/>
                  </a:cubicBezTo>
                  <a:cubicBezTo>
                    <a:pt x="132277" y="341686"/>
                    <a:pt x="36809" y="382548"/>
                    <a:pt x="0" y="399683"/>
                  </a:cubicBezTo>
                  <a:lnTo>
                    <a:pt x="0" y="64295"/>
                  </a:lnTo>
                  <a:cubicBezTo>
                    <a:pt x="84030" y="21676"/>
                    <a:pt x="152955" y="0"/>
                    <a:pt x="205015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5835053" y="809489"/>
            <a:ext cx="495959" cy="495959"/>
            <a:chOff x="6529585" y="809489"/>
            <a:chExt cx="495959" cy="495959"/>
          </a:xfrm>
        </p:grpSpPr>
        <p:sp>
          <p:nvSpPr>
            <p:cNvPr id="82" name="íṥļîḓê"/>
            <p:cNvSpPr/>
            <p:nvPr/>
          </p:nvSpPr>
          <p:spPr>
            <a:xfrm>
              <a:off x="6529585" y="809489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3" name="íṥlíḓê"/>
            <p:cNvSpPr/>
            <p:nvPr/>
          </p:nvSpPr>
          <p:spPr>
            <a:xfrm>
              <a:off x="6575438" y="855342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4" name="ïśļiḑé"/>
            <p:cNvSpPr/>
            <p:nvPr/>
          </p:nvSpPr>
          <p:spPr>
            <a:xfrm>
              <a:off x="6653246" y="975629"/>
              <a:ext cx="248637" cy="163678"/>
            </a:xfrm>
            <a:custGeom>
              <a:avLst/>
              <a:gdLst>
                <a:gd name="connsiteX0" fmla="*/ 424341 w 607145"/>
                <a:gd name="connsiteY0" fmla="*/ 192546 h 399683"/>
                <a:gd name="connsiteX1" fmla="*/ 374104 w 607145"/>
                <a:gd name="connsiteY1" fmla="*/ 200647 h 399683"/>
                <a:gd name="connsiteX2" fmla="*/ 369850 w 607145"/>
                <a:gd name="connsiteY2" fmla="*/ 214854 h 399683"/>
                <a:gd name="connsiteX3" fmla="*/ 384076 w 607145"/>
                <a:gd name="connsiteY3" fmla="*/ 219247 h 399683"/>
                <a:gd name="connsiteX4" fmla="*/ 400942 w 607145"/>
                <a:gd name="connsiteY4" fmla="*/ 213975 h 399683"/>
                <a:gd name="connsiteX5" fmla="*/ 498617 w 607145"/>
                <a:gd name="connsiteY5" fmla="*/ 232429 h 399683"/>
                <a:gd name="connsiteX6" fmla="*/ 539828 w 607145"/>
                <a:gd name="connsiteY6" fmla="*/ 250443 h 399683"/>
                <a:gd name="connsiteX7" fmla="*/ 544668 w 607145"/>
                <a:gd name="connsiteY7" fmla="*/ 251615 h 399683"/>
                <a:gd name="connsiteX8" fmla="*/ 554054 w 607145"/>
                <a:gd name="connsiteY8" fmla="*/ 245903 h 399683"/>
                <a:gd name="connsiteX9" fmla="*/ 549508 w 607145"/>
                <a:gd name="connsiteY9" fmla="*/ 231843 h 399683"/>
                <a:gd name="connsiteX10" fmla="*/ 424341 w 607145"/>
                <a:gd name="connsiteY10" fmla="*/ 192546 h 399683"/>
                <a:gd name="connsiteX11" fmla="*/ 179418 w 607145"/>
                <a:gd name="connsiteY11" fmla="*/ 192544 h 399683"/>
                <a:gd name="connsiteX12" fmla="*/ 54260 w 607145"/>
                <a:gd name="connsiteY12" fmla="*/ 231696 h 399683"/>
                <a:gd name="connsiteX13" fmla="*/ 49714 w 607145"/>
                <a:gd name="connsiteY13" fmla="*/ 245903 h 399683"/>
                <a:gd name="connsiteX14" fmla="*/ 59099 w 607145"/>
                <a:gd name="connsiteY14" fmla="*/ 251615 h 399683"/>
                <a:gd name="connsiteX15" fmla="*/ 63939 w 607145"/>
                <a:gd name="connsiteY15" fmla="*/ 250443 h 399683"/>
                <a:gd name="connsiteX16" fmla="*/ 105147 w 607145"/>
                <a:gd name="connsiteY16" fmla="*/ 232429 h 399683"/>
                <a:gd name="connsiteX17" fmla="*/ 202962 w 607145"/>
                <a:gd name="connsiteY17" fmla="*/ 213975 h 399683"/>
                <a:gd name="connsiteX18" fmla="*/ 219680 w 607145"/>
                <a:gd name="connsiteY18" fmla="*/ 219247 h 399683"/>
                <a:gd name="connsiteX19" fmla="*/ 233905 w 607145"/>
                <a:gd name="connsiteY19" fmla="*/ 214854 h 399683"/>
                <a:gd name="connsiteX20" fmla="*/ 229652 w 607145"/>
                <a:gd name="connsiteY20" fmla="*/ 200647 h 399683"/>
                <a:gd name="connsiteX21" fmla="*/ 179418 w 607145"/>
                <a:gd name="connsiteY21" fmla="*/ 192544 h 399683"/>
                <a:gd name="connsiteX22" fmla="*/ 424341 w 607145"/>
                <a:gd name="connsiteY22" fmla="*/ 126430 h 399683"/>
                <a:gd name="connsiteX23" fmla="*/ 374104 w 607145"/>
                <a:gd name="connsiteY23" fmla="*/ 134448 h 399683"/>
                <a:gd name="connsiteX24" fmla="*/ 369850 w 607145"/>
                <a:gd name="connsiteY24" fmla="*/ 148801 h 399683"/>
                <a:gd name="connsiteX25" fmla="*/ 384076 w 607145"/>
                <a:gd name="connsiteY25" fmla="*/ 153049 h 399683"/>
                <a:gd name="connsiteX26" fmla="*/ 400942 w 607145"/>
                <a:gd name="connsiteY26" fmla="*/ 147922 h 399683"/>
                <a:gd name="connsiteX27" fmla="*/ 498617 w 607145"/>
                <a:gd name="connsiteY27" fmla="*/ 166376 h 399683"/>
                <a:gd name="connsiteX28" fmla="*/ 539828 w 607145"/>
                <a:gd name="connsiteY28" fmla="*/ 184390 h 399683"/>
                <a:gd name="connsiteX29" fmla="*/ 544668 w 607145"/>
                <a:gd name="connsiteY29" fmla="*/ 185562 h 399683"/>
                <a:gd name="connsiteX30" fmla="*/ 554054 w 607145"/>
                <a:gd name="connsiteY30" fmla="*/ 179850 h 399683"/>
                <a:gd name="connsiteX31" fmla="*/ 549508 w 607145"/>
                <a:gd name="connsiteY31" fmla="*/ 165644 h 399683"/>
                <a:gd name="connsiteX32" fmla="*/ 424341 w 607145"/>
                <a:gd name="connsiteY32" fmla="*/ 126430 h 399683"/>
                <a:gd name="connsiteX33" fmla="*/ 179418 w 607145"/>
                <a:gd name="connsiteY33" fmla="*/ 126430 h 399683"/>
                <a:gd name="connsiteX34" fmla="*/ 54260 w 607145"/>
                <a:gd name="connsiteY34" fmla="*/ 165644 h 399683"/>
                <a:gd name="connsiteX35" fmla="*/ 49714 w 607145"/>
                <a:gd name="connsiteY35" fmla="*/ 179850 h 399683"/>
                <a:gd name="connsiteX36" fmla="*/ 59099 w 607145"/>
                <a:gd name="connsiteY36" fmla="*/ 185562 h 399683"/>
                <a:gd name="connsiteX37" fmla="*/ 63939 w 607145"/>
                <a:gd name="connsiteY37" fmla="*/ 184390 h 399683"/>
                <a:gd name="connsiteX38" fmla="*/ 105147 w 607145"/>
                <a:gd name="connsiteY38" fmla="*/ 166376 h 399683"/>
                <a:gd name="connsiteX39" fmla="*/ 202962 w 607145"/>
                <a:gd name="connsiteY39" fmla="*/ 147922 h 399683"/>
                <a:gd name="connsiteX40" fmla="*/ 219680 w 607145"/>
                <a:gd name="connsiteY40" fmla="*/ 153049 h 399683"/>
                <a:gd name="connsiteX41" fmla="*/ 233905 w 607145"/>
                <a:gd name="connsiteY41" fmla="*/ 148801 h 399683"/>
                <a:gd name="connsiteX42" fmla="*/ 229652 w 607145"/>
                <a:gd name="connsiteY42" fmla="*/ 134448 h 399683"/>
                <a:gd name="connsiteX43" fmla="*/ 179418 w 607145"/>
                <a:gd name="connsiteY43" fmla="*/ 126430 h 399683"/>
                <a:gd name="connsiteX44" fmla="*/ 424341 w 607145"/>
                <a:gd name="connsiteY44" fmla="*/ 60293 h 399683"/>
                <a:gd name="connsiteX45" fmla="*/ 374104 w 607145"/>
                <a:gd name="connsiteY45" fmla="*/ 68396 h 399683"/>
                <a:gd name="connsiteX46" fmla="*/ 369850 w 607145"/>
                <a:gd name="connsiteY46" fmla="*/ 82602 h 399683"/>
                <a:gd name="connsiteX47" fmla="*/ 384076 w 607145"/>
                <a:gd name="connsiteY47" fmla="*/ 86996 h 399683"/>
                <a:gd name="connsiteX48" fmla="*/ 400942 w 607145"/>
                <a:gd name="connsiteY48" fmla="*/ 81724 h 399683"/>
                <a:gd name="connsiteX49" fmla="*/ 498471 w 607145"/>
                <a:gd name="connsiteY49" fmla="*/ 100177 h 399683"/>
                <a:gd name="connsiteX50" fmla="*/ 539828 w 607145"/>
                <a:gd name="connsiteY50" fmla="*/ 118192 h 399683"/>
                <a:gd name="connsiteX51" fmla="*/ 544668 w 607145"/>
                <a:gd name="connsiteY51" fmla="*/ 119363 h 399683"/>
                <a:gd name="connsiteX52" fmla="*/ 554054 w 607145"/>
                <a:gd name="connsiteY52" fmla="*/ 113651 h 399683"/>
                <a:gd name="connsiteX53" fmla="*/ 549508 w 607145"/>
                <a:gd name="connsiteY53" fmla="*/ 99445 h 399683"/>
                <a:gd name="connsiteX54" fmla="*/ 424341 w 607145"/>
                <a:gd name="connsiteY54" fmla="*/ 60293 h 399683"/>
                <a:gd name="connsiteX55" fmla="*/ 179418 w 607145"/>
                <a:gd name="connsiteY55" fmla="*/ 60293 h 399683"/>
                <a:gd name="connsiteX56" fmla="*/ 54260 w 607145"/>
                <a:gd name="connsiteY56" fmla="*/ 99445 h 399683"/>
                <a:gd name="connsiteX57" fmla="*/ 49714 w 607145"/>
                <a:gd name="connsiteY57" fmla="*/ 113651 h 399683"/>
                <a:gd name="connsiteX58" fmla="*/ 59099 w 607145"/>
                <a:gd name="connsiteY58" fmla="*/ 119363 h 399683"/>
                <a:gd name="connsiteX59" fmla="*/ 63939 w 607145"/>
                <a:gd name="connsiteY59" fmla="*/ 118192 h 399683"/>
                <a:gd name="connsiteX60" fmla="*/ 105147 w 607145"/>
                <a:gd name="connsiteY60" fmla="*/ 100177 h 399683"/>
                <a:gd name="connsiteX61" fmla="*/ 202962 w 607145"/>
                <a:gd name="connsiteY61" fmla="*/ 81724 h 399683"/>
                <a:gd name="connsiteX62" fmla="*/ 219680 w 607145"/>
                <a:gd name="connsiteY62" fmla="*/ 86996 h 399683"/>
                <a:gd name="connsiteX63" fmla="*/ 233905 w 607145"/>
                <a:gd name="connsiteY63" fmla="*/ 82602 h 399683"/>
                <a:gd name="connsiteX64" fmla="*/ 229652 w 607145"/>
                <a:gd name="connsiteY64" fmla="*/ 68396 h 399683"/>
                <a:gd name="connsiteX65" fmla="*/ 179418 w 607145"/>
                <a:gd name="connsiteY65" fmla="*/ 60293 h 399683"/>
                <a:gd name="connsiteX66" fmla="*/ 402115 w 607145"/>
                <a:gd name="connsiteY66" fmla="*/ 0 h 399683"/>
                <a:gd name="connsiteX67" fmla="*/ 607145 w 607145"/>
                <a:gd name="connsiteY67" fmla="*/ 64295 h 399683"/>
                <a:gd name="connsiteX68" fmla="*/ 607145 w 607145"/>
                <a:gd name="connsiteY68" fmla="*/ 399683 h 399683"/>
                <a:gd name="connsiteX69" fmla="*/ 398449 w 607145"/>
                <a:gd name="connsiteY69" fmla="*/ 341686 h 399683"/>
                <a:gd name="connsiteX70" fmla="*/ 315000 w 607145"/>
                <a:gd name="connsiteY70" fmla="*/ 370538 h 399683"/>
                <a:gd name="connsiteX71" fmla="*/ 313240 w 607145"/>
                <a:gd name="connsiteY71" fmla="*/ 372296 h 399683"/>
                <a:gd name="connsiteX72" fmla="*/ 313240 w 607145"/>
                <a:gd name="connsiteY72" fmla="*/ 50235 h 399683"/>
                <a:gd name="connsiteX73" fmla="*/ 314560 w 607145"/>
                <a:gd name="connsiteY73" fmla="*/ 45988 h 399683"/>
                <a:gd name="connsiteX74" fmla="*/ 402115 w 607145"/>
                <a:gd name="connsiteY74" fmla="*/ 0 h 399683"/>
                <a:gd name="connsiteX75" fmla="*/ 205015 w 607145"/>
                <a:gd name="connsiteY75" fmla="*/ 0 h 399683"/>
                <a:gd name="connsiteX76" fmla="*/ 292564 w 607145"/>
                <a:gd name="connsiteY76" fmla="*/ 45988 h 399683"/>
                <a:gd name="connsiteX77" fmla="*/ 292271 w 607145"/>
                <a:gd name="connsiteY77" fmla="*/ 47013 h 399683"/>
                <a:gd name="connsiteX78" fmla="*/ 292124 w 607145"/>
                <a:gd name="connsiteY78" fmla="*/ 49064 h 399683"/>
                <a:gd name="connsiteX79" fmla="*/ 292124 w 607145"/>
                <a:gd name="connsiteY79" fmla="*/ 370538 h 399683"/>
                <a:gd name="connsiteX80" fmla="*/ 208534 w 607145"/>
                <a:gd name="connsiteY80" fmla="*/ 341686 h 399683"/>
                <a:gd name="connsiteX81" fmla="*/ 0 w 607145"/>
                <a:gd name="connsiteY81" fmla="*/ 399683 h 399683"/>
                <a:gd name="connsiteX82" fmla="*/ 0 w 607145"/>
                <a:gd name="connsiteY82" fmla="*/ 64295 h 399683"/>
                <a:gd name="connsiteX83" fmla="*/ 205015 w 607145"/>
                <a:gd name="connsiteY83" fmla="*/ 0 h 39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7145" h="399683">
                  <a:moveTo>
                    <a:pt x="424341" y="192546"/>
                  </a:moveTo>
                  <a:cubicBezTo>
                    <a:pt x="405663" y="191228"/>
                    <a:pt x="388037" y="193178"/>
                    <a:pt x="374104" y="200647"/>
                  </a:cubicBezTo>
                  <a:cubicBezTo>
                    <a:pt x="368970" y="203430"/>
                    <a:pt x="367064" y="209728"/>
                    <a:pt x="369850" y="214854"/>
                  </a:cubicBezTo>
                  <a:cubicBezTo>
                    <a:pt x="372637" y="219980"/>
                    <a:pt x="378943" y="221884"/>
                    <a:pt x="384076" y="219247"/>
                  </a:cubicBezTo>
                  <a:cubicBezTo>
                    <a:pt x="388916" y="216611"/>
                    <a:pt x="394636" y="215000"/>
                    <a:pt x="400942" y="213975"/>
                  </a:cubicBezTo>
                  <a:cubicBezTo>
                    <a:pt x="428514" y="209874"/>
                    <a:pt x="467379" y="220566"/>
                    <a:pt x="498617" y="232429"/>
                  </a:cubicBezTo>
                  <a:cubicBezTo>
                    <a:pt x="515630" y="238873"/>
                    <a:pt x="530442" y="245610"/>
                    <a:pt x="539828" y="250443"/>
                  </a:cubicBezTo>
                  <a:cubicBezTo>
                    <a:pt x="541442" y="251322"/>
                    <a:pt x="543055" y="251615"/>
                    <a:pt x="544668" y="251615"/>
                  </a:cubicBezTo>
                  <a:cubicBezTo>
                    <a:pt x="548481" y="251615"/>
                    <a:pt x="552148" y="249564"/>
                    <a:pt x="554054" y="245903"/>
                  </a:cubicBezTo>
                  <a:cubicBezTo>
                    <a:pt x="556694" y="240777"/>
                    <a:pt x="554641" y="234479"/>
                    <a:pt x="549508" y="231843"/>
                  </a:cubicBezTo>
                  <a:cubicBezTo>
                    <a:pt x="545878" y="229866"/>
                    <a:pt x="480376" y="196501"/>
                    <a:pt x="424341" y="192546"/>
                  </a:cubicBezTo>
                  <a:close/>
                  <a:moveTo>
                    <a:pt x="179418" y="192544"/>
                  </a:moveTo>
                  <a:cubicBezTo>
                    <a:pt x="123386" y="196492"/>
                    <a:pt x="57889" y="229829"/>
                    <a:pt x="54260" y="231696"/>
                  </a:cubicBezTo>
                  <a:cubicBezTo>
                    <a:pt x="49127" y="234479"/>
                    <a:pt x="47074" y="240777"/>
                    <a:pt x="49714" y="245903"/>
                  </a:cubicBezTo>
                  <a:cubicBezTo>
                    <a:pt x="51620" y="249564"/>
                    <a:pt x="55287" y="251615"/>
                    <a:pt x="59099" y="251615"/>
                  </a:cubicBezTo>
                  <a:cubicBezTo>
                    <a:pt x="60713" y="251615"/>
                    <a:pt x="62472" y="251322"/>
                    <a:pt x="63939" y="250443"/>
                  </a:cubicBezTo>
                  <a:cubicBezTo>
                    <a:pt x="73324" y="245610"/>
                    <a:pt x="88136" y="238873"/>
                    <a:pt x="105147" y="232429"/>
                  </a:cubicBezTo>
                  <a:cubicBezTo>
                    <a:pt x="136383" y="220566"/>
                    <a:pt x="175245" y="209874"/>
                    <a:pt x="202962" y="213975"/>
                  </a:cubicBezTo>
                  <a:cubicBezTo>
                    <a:pt x="209121" y="215000"/>
                    <a:pt x="214840" y="216611"/>
                    <a:pt x="219680" y="219247"/>
                  </a:cubicBezTo>
                  <a:cubicBezTo>
                    <a:pt x="224812" y="221884"/>
                    <a:pt x="231118" y="219980"/>
                    <a:pt x="233905" y="214854"/>
                  </a:cubicBezTo>
                  <a:cubicBezTo>
                    <a:pt x="236691" y="209728"/>
                    <a:pt x="234784" y="203430"/>
                    <a:pt x="229652" y="200647"/>
                  </a:cubicBezTo>
                  <a:cubicBezTo>
                    <a:pt x="215720" y="193178"/>
                    <a:pt x="198095" y="191228"/>
                    <a:pt x="179418" y="192544"/>
                  </a:cubicBezTo>
                  <a:close/>
                  <a:moveTo>
                    <a:pt x="424341" y="126430"/>
                  </a:moveTo>
                  <a:cubicBezTo>
                    <a:pt x="405663" y="125093"/>
                    <a:pt x="388037" y="127016"/>
                    <a:pt x="374104" y="134448"/>
                  </a:cubicBezTo>
                  <a:cubicBezTo>
                    <a:pt x="368970" y="137231"/>
                    <a:pt x="367064" y="143675"/>
                    <a:pt x="369850" y="148801"/>
                  </a:cubicBezTo>
                  <a:cubicBezTo>
                    <a:pt x="372637" y="153927"/>
                    <a:pt x="378943" y="155831"/>
                    <a:pt x="384076" y="153049"/>
                  </a:cubicBezTo>
                  <a:cubicBezTo>
                    <a:pt x="388916" y="150559"/>
                    <a:pt x="394636" y="148801"/>
                    <a:pt x="400942" y="147922"/>
                  </a:cubicBezTo>
                  <a:cubicBezTo>
                    <a:pt x="428514" y="143822"/>
                    <a:pt x="467379" y="154513"/>
                    <a:pt x="498617" y="166376"/>
                  </a:cubicBezTo>
                  <a:cubicBezTo>
                    <a:pt x="515630" y="172820"/>
                    <a:pt x="530442" y="179557"/>
                    <a:pt x="539828" y="184390"/>
                  </a:cubicBezTo>
                  <a:cubicBezTo>
                    <a:pt x="541442" y="185123"/>
                    <a:pt x="543055" y="185562"/>
                    <a:pt x="544668" y="185562"/>
                  </a:cubicBezTo>
                  <a:cubicBezTo>
                    <a:pt x="548481" y="185562"/>
                    <a:pt x="552148" y="183512"/>
                    <a:pt x="554054" y="179850"/>
                  </a:cubicBezTo>
                  <a:cubicBezTo>
                    <a:pt x="556694" y="174724"/>
                    <a:pt x="554641" y="168280"/>
                    <a:pt x="549508" y="165644"/>
                  </a:cubicBezTo>
                  <a:cubicBezTo>
                    <a:pt x="545878" y="163777"/>
                    <a:pt x="480376" y="130439"/>
                    <a:pt x="424341" y="126430"/>
                  </a:cubicBezTo>
                  <a:close/>
                  <a:moveTo>
                    <a:pt x="179418" y="126430"/>
                  </a:moveTo>
                  <a:cubicBezTo>
                    <a:pt x="123386" y="130439"/>
                    <a:pt x="57889" y="163777"/>
                    <a:pt x="54260" y="165644"/>
                  </a:cubicBezTo>
                  <a:cubicBezTo>
                    <a:pt x="49127" y="168280"/>
                    <a:pt x="47074" y="174724"/>
                    <a:pt x="49714" y="179850"/>
                  </a:cubicBezTo>
                  <a:cubicBezTo>
                    <a:pt x="51620" y="183512"/>
                    <a:pt x="55287" y="185562"/>
                    <a:pt x="59099" y="185562"/>
                  </a:cubicBezTo>
                  <a:cubicBezTo>
                    <a:pt x="60713" y="185562"/>
                    <a:pt x="62472" y="185123"/>
                    <a:pt x="63939" y="184390"/>
                  </a:cubicBezTo>
                  <a:cubicBezTo>
                    <a:pt x="73324" y="179557"/>
                    <a:pt x="88136" y="172820"/>
                    <a:pt x="105147" y="166376"/>
                  </a:cubicBezTo>
                  <a:cubicBezTo>
                    <a:pt x="136383" y="154513"/>
                    <a:pt x="175245" y="143675"/>
                    <a:pt x="202962" y="147922"/>
                  </a:cubicBezTo>
                  <a:cubicBezTo>
                    <a:pt x="209121" y="148801"/>
                    <a:pt x="214840" y="150412"/>
                    <a:pt x="219680" y="153049"/>
                  </a:cubicBezTo>
                  <a:cubicBezTo>
                    <a:pt x="224812" y="155831"/>
                    <a:pt x="231265" y="153927"/>
                    <a:pt x="233905" y="148801"/>
                  </a:cubicBezTo>
                  <a:cubicBezTo>
                    <a:pt x="236691" y="143675"/>
                    <a:pt x="234784" y="137231"/>
                    <a:pt x="229652" y="134448"/>
                  </a:cubicBezTo>
                  <a:cubicBezTo>
                    <a:pt x="215720" y="127016"/>
                    <a:pt x="198095" y="125093"/>
                    <a:pt x="179418" y="126430"/>
                  </a:cubicBezTo>
                  <a:close/>
                  <a:moveTo>
                    <a:pt x="424341" y="60293"/>
                  </a:moveTo>
                  <a:cubicBezTo>
                    <a:pt x="405663" y="58977"/>
                    <a:pt x="388037" y="60927"/>
                    <a:pt x="374104" y="68396"/>
                  </a:cubicBezTo>
                  <a:cubicBezTo>
                    <a:pt x="368970" y="71179"/>
                    <a:pt x="367064" y="77476"/>
                    <a:pt x="369850" y="82602"/>
                  </a:cubicBezTo>
                  <a:cubicBezTo>
                    <a:pt x="372637" y="87728"/>
                    <a:pt x="378943" y="89632"/>
                    <a:pt x="384076" y="86996"/>
                  </a:cubicBezTo>
                  <a:cubicBezTo>
                    <a:pt x="388916" y="84360"/>
                    <a:pt x="394636" y="82749"/>
                    <a:pt x="400942" y="81724"/>
                  </a:cubicBezTo>
                  <a:cubicBezTo>
                    <a:pt x="428514" y="77623"/>
                    <a:pt x="467379" y="88314"/>
                    <a:pt x="498471" y="100177"/>
                  </a:cubicBezTo>
                  <a:cubicBezTo>
                    <a:pt x="515630" y="106621"/>
                    <a:pt x="530442" y="113358"/>
                    <a:pt x="539828" y="118192"/>
                  </a:cubicBezTo>
                  <a:cubicBezTo>
                    <a:pt x="541442" y="119070"/>
                    <a:pt x="543055" y="119363"/>
                    <a:pt x="544668" y="119363"/>
                  </a:cubicBezTo>
                  <a:cubicBezTo>
                    <a:pt x="548481" y="119363"/>
                    <a:pt x="552148" y="117313"/>
                    <a:pt x="554054" y="113651"/>
                  </a:cubicBezTo>
                  <a:cubicBezTo>
                    <a:pt x="556694" y="108525"/>
                    <a:pt x="554641" y="102228"/>
                    <a:pt x="549508" y="99445"/>
                  </a:cubicBezTo>
                  <a:cubicBezTo>
                    <a:pt x="545878" y="97578"/>
                    <a:pt x="480376" y="64240"/>
                    <a:pt x="424341" y="60293"/>
                  </a:cubicBezTo>
                  <a:close/>
                  <a:moveTo>
                    <a:pt x="179418" y="60293"/>
                  </a:moveTo>
                  <a:cubicBezTo>
                    <a:pt x="123386" y="64240"/>
                    <a:pt x="57889" y="97578"/>
                    <a:pt x="54260" y="99445"/>
                  </a:cubicBezTo>
                  <a:cubicBezTo>
                    <a:pt x="49127" y="102228"/>
                    <a:pt x="47074" y="108525"/>
                    <a:pt x="49714" y="113651"/>
                  </a:cubicBezTo>
                  <a:cubicBezTo>
                    <a:pt x="51620" y="117313"/>
                    <a:pt x="55287" y="119363"/>
                    <a:pt x="59099" y="119363"/>
                  </a:cubicBezTo>
                  <a:cubicBezTo>
                    <a:pt x="60713" y="119363"/>
                    <a:pt x="62472" y="119070"/>
                    <a:pt x="63939" y="118192"/>
                  </a:cubicBezTo>
                  <a:cubicBezTo>
                    <a:pt x="73324" y="113358"/>
                    <a:pt x="88136" y="106621"/>
                    <a:pt x="105147" y="100177"/>
                  </a:cubicBezTo>
                  <a:cubicBezTo>
                    <a:pt x="136383" y="88314"/>
                    <a:pt x="175245" y="77623"/>
                    <a:pt x="202962" y="81724"/>
                  </a:cubicBezTo>
                  <a:cubicBezTo>
                    <a:pt x="209121" y="82749"/>
                    <a:pt x="214840" y="84360"/>
                    <a:pt x="219680" y="86996"/>
                  </a:cubicBezTo>
                  <a:cubicBezTo>
                    <a:pt x="224812" y="89632"/>
                    <a:pt x="231265" y="87728"/>
                    <a:pt x="233905" y="82602"/>
                  </a:cubicBezTo>
                  <a:cubicBezTo>
                    <a:pt x="236691" y="77476"/>
                    <a:pt x="234784" y="71179"/>
                    <a:pt x="229652" y="68396"/>
                  </a:cubicBezTo>
                  <a:cubicBezTo>
                    <a:pt x="215720" y="60927"/>
                    <a:pt x="198095" y="58977"/>
                    <a:pt x="179418" y="60293"/>
                  </a:cubicBezTo>
                  <a:close/>
                  <a:moveTo>
                    <a:pt x="402115" y="0"/>
                  </a:moveTo>
                  <a:cubicBezTo>
                    <a:pt x="454179" y="0"/>
                    <a:pt x="523109" y="21676"/>
                    <a:pt x="607145" y="64295"/>
                  </a:cubicBezTo>
                  <a:lnTo>
                    <a:pt x="607145" y="399683"/>
                  </a:lnTo>
                  <a:cubicBezTo>
                    <a:pt x="570187" y="382548"/>
                    <a:pt x="474858" y="341686"/>
                    <a:pt x="398449" y="341686"/>
                  </a:cubicBezTo>
                  <a:cubicBezTo>
                    <a:pt x="356944" y="341686"/>
                    <a:pt x="331132" y="353988"/>
                    <a:pt x="315000" y="370538"/>
                  </a:cubicBezTo>
                  <a:cubicBezTo>
                    <a:pt x="314413" y="371124"/>
                    <a:pt x="313827" y="371710"/>
                    <a:pt x="313240" y="372296"/>
                  </a:cubicBezTo>
                  <a:lnTo>
                    <a:pt x="313240" y="50235"/>
                  </a:lnTo>
                  <a:cubicBezTo>
                    <a:pt x="313387" y="49356"/>
                    <a:pt x="313827" y="47892"/>
                    <a:pt x="314560" y="45988"/>
                  </a:cubicBezTo>
                  <a:cubicBezTo>
                    <a:pt x="319400" y="33100"/>
                    <a:pt x="338319" y="0"/>
                    <a:pt x="402115" y="0"/>
                  </a:cubicBezTo>
                  <a:close/>
                  <a:moveTo>
                    <a:pt x="205015" y="0"/>
                  </a:moveTo>
                  <a:cubicBezTo>
                    <a:pt x="268954" y="0"/>
                    <a:pt x="287725" y="33246"/>
                    <a:pt x="292564" y="45988"/>
                  </a:cubicBezTo>
                  <a:cubicBezTo>
                    <a:pt x="292417" y="46574"/>
                    <a:pt x="292271" y="47013"/>
                    <a:pt x="292271" y="47013"/>
                  </a:cubicBezTo>
                  <a:cubicBezTo>
                    <a:pt x="292124" y="47745"/>
                    <a:pt x="292124" y="48331"/>
                    <a:pt x="292124" y="49064"/>
                  </a:cubicBezTo>
                  <a:lnTo>
                    <a:pt x="292124" y="370538"/>
                  </a:lnTo>
                  <a:cubicBezTo>
                    <a:pt x="275993" y="353988"/>
                    <a:pt x="250183" y="341686"/>
                    <a:pt x="208534" y="341686"/>
                  </a:cubicBezTo>
                  <a:cubicBezTo>
                    <a:pt x="132277" y="341686"/>
                    <a:pt x="36809" y="382548"/>
                    <a:pt x="0" y="399683"/>
                  </a:cubicBezTo>
                  <a:lnTo>
                    <a:pt x="0" y="64295"/>
                  </a:lnTo>
                  <a:cubicBezTo>
                    <a:pt x="84030" y="21676"/>
                    <a:pt x="152955" y="0"/>
                    <a:pt x="205015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cxnSp>
        <p:nvCxnSpPr>
          <p:cNvPr id="85" name="直接连接符 84"/>
          <p:cNvCxnSpPr/>
          <p:nvPr/>
        </p:nvCxnSpPr>
        <p:spPr>
          <a:xfrm>
            <a:off x="6823968" y="1336146"/>
            <a:ext cx="37980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087311" y="2505890"/>
            <a:ext cx="37980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7306044" y="3743564"/>
            <a:ext cx="3798745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V="1">
            <a:off x="6666071" y="6100469"/>
            <a:ext cx="37980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7072832" y="4999552"/>
            <a:ext cx="379800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/>
        </p:nvGrpSpPr>
        <p:grpSpPr>
          <a:xfrm>
            <a:off x="6880535" y="723491"/>
            <a:ext cx="817163" cy="732782"/>
            <a:chOff x="7575067" y="723491"/>
            <a:chExt cx="817163" cy="732782"/>
          </a:xfrm>
        </p:grpSpPr>
        <p:sp>
          <p:nvSpPr>
            <p:cNvPr id="92" name="文本框 91"/>
            <p:cNvSpPr txBox="1"/>
            <p:nvPr/>
          </p:nvSpPr>
          <p:spPr>
            <a:xfrm>
              <a:off x="7575067" y="748387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01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7592006" y="723491"/>
              <a:ext cx="800224" cy="70788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181739" y="1889445"/>
            <a:ext cx="817163" cy="732782"/>
            <a:chOff x="7857580" y="1668314"/>
            <a:chExt cx="817163" cy="732782"/>
          </a:xfrm>
        </p:grpSpPr>
        <p:sp>
          <p:nvSpPr>
            <p:cNvPr id="95" name="文本框 94"/>
            <p:cNvSpPr txBox="1"/>
            <p:nvPr/>
          </p:nvSpPr>
          <p:spPr>
            <a:xfrm>
              <a:off x="7857580" y="1693210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02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7874519" y="1668314"/>
              <a:ext cx="800224" cy="70788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406610" y="3121724"/>
            <a:ext cx="817163" cy="732782"/>
            <a:chOff x="8043992" y="2617467"/>
            <a:chExt cx="817163" cy="732782"/>
          </a:xfrm>
        </p:grpSpPr>
        <p:sp>
          <p:nvSpPr>
            <p:cNvPr id="98" name="文本框 97"/>
            <p:cNvSpPr txBox="1"/>
            <p:nvPr/>
          </p:nvSpPr>
          <p:spPr>
            <a:xfrm>
              <a:off x="8043992" y="2642363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03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8060931" y="2617467"/>
              <a:ext cx="800224" cy="70788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216109" y="4382236"/>
            <a:ext cx="817163" cy="732782"/>
            <a:chOff x="8043992" y="3562419"/>
            <a:chExt cx="817163" cy="732782"/>
          </a:xfrm>
        </p:grpSpPr>
        <p:sp>
          <p:nvSpPr>
            <p:cNvPr id="101" name="文本框 100"/>
            <p:cNvSpPr txBox="1"/>
            <p:nvPr/>
          </p:nvSpPr>
          <p:spPr>
            <a:xfrm>
              <a:off x="8043992" y="3587315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04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8060931" y="3562419"/>
              <a:ext cx="800224" cy="70788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760499" y="5479439"/>
            <a:ext cx="817163" cy="732782"/>
            <a:chOff x="7857580" y="4507318"/>
            <a:chExt cx="817163" cy="732782"/>
          </a:xfrm>
        </p:grpSpPr>
        <p:sp>
          <p:nvSpPr>
            <p:cNvPr id="104" name="文本框 103"/>
            <p:cNvSpPr txBox="1"/>
            <p:nvPr/>
          </p:nvSpPr>
          <p:spPr>
            <a:xfrm>
              <a:off x="7857580" y="4532214"/>
              <a:ext cx="7873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05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7874519" y="4507318"/>
              <a:ext cx="800224" cy="70788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05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4889" y="4189677"/>
            <a:ext cx="3693161" cy="725488"/>
          </a:xfrm>
        </p:spPr>
        <p:txBody>
          <a:bodyPr/>
          <a:lstStyle/>
          <a:p>
            <a:pPr lvl="0" algn="l">
              <a:spcBef>
                <a:spcPts val="0"/>
              </a:spcBef>
              <a:defRPr/>
            </a:pPr>
            <a:r>
              <a:rPr lang="zh-CN" altLang="en-US" spc="0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数据采集与</a:t>
            </a:r>
            <a:endParaRPr lang="en-US" altLang="zh-CN" spc="0" dirty="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zh-CN" altLang="en-US" spc="0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开放语义识别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2592" t="13433" r="22592" b="26261"/>
          <a:stretch>
            <a:fillRect/>
          </a:stretch>
        </p:blipFill>
        <p:spPr>
          <a:xfrm>
            <a:off x="904820" y="1342785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占位符 24" descr="图片包含 人员, 照片, 微笑, 年轻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6" r="26426"/>
          <a:stretch>
            <a:fillRect/>
          </a:stretch>
        </p:blipFill>
        <p:spPr/>
      </p:pic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  <a:r>
              <a:rPr lang="en-US" altLang="zh-CN" dirty="0"/>
              <a:t>01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Mice_hao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简单地介绍一下自己吧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简单地介绍一下自己吧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简单地介绍一下自己吧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机械工程学院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昊仔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12" name="Group 48"/>
          <p:cNvGrpSpPr/>
          <p:nvPr/>
        </p:nvGrpSpPr>
        <p:grpSpPr>
          <a:xfrm>
            <a:off x="6936847" y="3896740"/>
            <a:ext cx="409972" cy="409972"/>
            <a:chOff x="669869" y="597304"/>
            <a:chExt cx="409972" cy="409972"/>
          </a:xfrm>
        </p:grpSpPr>
        <p:sp>
          <p:nvSpPr>
            <p:cNvPr id="13" name="íṥļîḓê"/>
            <p:cNvSpPr/>
            <p:nvPr/>
          </p:nvSpPr>
          <p:spPr>
            <a:xfrm>
              <a:off x="669869" y="597304"/>
              <a:ext cx="409972" cy="409972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4" name="íṥlíḓê"/>
            <p:cNvSpPr/>
            <p:nvPr/>
          </p:nvSpPr>
          <p:spPr>
            <a:xfrm>
              <a:off x="707772" y="635207"/>
              <a:ext cx="334166" cy="33416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5" name="ïśļiḑé"/>
            <p:cNvSpPr/>
            <p:nvPr/>
          </p:nvSpPr>
          <p:spPr>
            <a:xfrm>
              <a:off x="788539" y="699525"/>
              <a:ext cx="172630" cy="205530"/>
            </a:xfrm>
            <a:custGeom>
              <a:avLst/>
              <a:gdLst>
                <a:gd name="connsiteX0" fmla="*/ 172784 w 510964"/>
                <a:gd name="connsiteY0" fmla="*/ 386345 h 608344"/>
                <a:gd name="connsiteX1" fmla="*/ 182733 w 510964"/>
                <a:gd name="connsiteY1" fmla="*/ 392738 h 608344"/>
                <a:gd name="connsiteX2" fmla="*/ 255039 w 510964"/>
                <a:gd name="connsiteY2" fmla="*/ 508213 h 608344"/>
                <a:gd name="connsiteX3" fmla="*/ 255531 w 510964"/>
                <a:gd name="connsiteY3" fmla="*/ 508115 h 608344"/>
                <a:gd name="connsiteX4" fmla="*/ 255925 w 510964"/>
                <a:gd name="connsiteY4" fmla="*/ 508213 h 608344"/>
                <a:gd name="connsiteX5" fmla="*/ 328231 w 510964"/>
                <a:gd name="connsiteY5" fmla="*/ 392738 h 608344"/>
                <a:gd name="connsiteX6" fmla="*/ 338278 w 510964"/>
                <a:gd name="connsiteY6" fmla="*/ 386345 h 608344"/>
                <a:gd name="connsiteX7" fmla="*/ 343795 w 510964"/>
                <a:gd name="connsiteY7" fmla="*/ 387820 h 608344"/>
                <a:gd name="connsiteX8" fmla="*/ 408023 w 510964"/>
                <a:gd name="connsiteY8" fmla="*/ 420771 h 608344"/>
                <a:gd name="connsiteX9" fmla="*/ 510964 w 510964"/>
                <a:gd name="connsiteY9" fmla="*/ 490213 h 608344"/>
                <a:gd name="connsiteX10" fmla="*/ 510964 w 510964"/>
                <a:gd name="connsiteY10" fmla="*/ 491984 h 608344"/>
                <a:gd name="connsiteX11" fmla="*/ 510964 w 510964"/>
                <a:gd name="connsiteY11" fmla="*/ 606672 h 608344"/>
                <a:gd name="connsiteX12" fmla="*/ 510964 w 510964"/>
                <a:gd name="connsiteY12" fmla="*/ 608344 h 608344"/>
                <a:gd name="connsiteX13" fmla="*/ 255925 w 510964"/>
                <a:gd name="connsiteY13" fmla="*/ 608344 h 608344"/>
                <a:gd name="connsiteX14" fmla="*/ 255531 w 510964"/>
                <a:gd name="connsiteY14" fmla="*/ 608344 h 608344"/>
                <a:gd name="connsiteX15" fmla="*/ 255039 w 510964"/>
                <a:gd name="connsiteY15" fmla="*/ 608344 h 608344"/>
                <a:gd name="connsiteX16" fmla="*/ 0 w 510964"/>
                <a:gd name="connsiteY16" fmla="*/ 608344 h 608344"/>
                <a:gd name="connsiteX17" fmla="*/ 0 w 510964"/>
                <a:gd name="connsiteY17" fmla="*/ 606672 h 608344"/>
                <a:gd name="connsiteX18" fmla="*/ 0 w 510964"/>
                <a:gd name="connsiteY18" fmla="*/ 491984 h 608344"/>
                <a:gd name="connsiteX19" fmla="*/ 0 w 510964"/>
                <a:gd name="connsiteY19" fmla="*/ 490213 h 608344"/>
                <a:gd name="connsiteX20" fmla="*/ 102941 w 510964"/>
                <a:gd name="connsiteY20" fmla="*/ 420771 h 608344"/>
                <a:gd name="connsiteX21" fmla="*/ 167169 w 510964"/>
                <a:gd name="connsiteY21" fmla="*/ 387820 h 608344"/>
                <a:gd name="connsiteX22" fmla="*/ 172784 w 510964"/>
                <a:gd name="connsiteY22" fmla="*/ 386345 h 608344"/>
                <a:gd name="connsiteX23" fmla="*/ 255517 w 510964"/>
                <a:gd name="connsiteY23" fmla="*/ 0 h 608344"/>
                <a:gd name="connsiteX24" fmla="*/ 267931 w 510964"/>
                <a:gd name="connsiteY24" fmla="*/ 3639 h 608344"/>
                <a:gd name="connsiteX25" fmla="*/ 438857 w 510964"/>
                <a:gd name="connsiteY25" fmla="*/ 87048 h 608344"/>
                <a:gd name="connsiteX26" fmla="*/ 446935 w 510964"/>
                <a:gd name="connsiteY26" fmla="*/ 96786 h 608344"/>
                <a:gd name="connsiteX27" fmla="*/ 441024 w 510964"/>
                <a:gd name="connsiteY27" fmla="*/ 105245 h 608344"/>
                <a:gd name="connsiteX28" fmla="*/ 430483 w 510964"/>
                <a:gd name="connsiteY28" fmla="*/ 110655 h 608344"/>
                <a:gd name="connsiteX29" fmla="*/ 430483 w 510964"/>
                <a:gd name="connsiteY29" fmla="*/ 165736 h 608344"/>
                <a:gd name="connsiteX30" fmla="*/ 436985 w 510964"/>
                <a:gd name="connsiteY30" fmla="*/ 176851 h 608344"/>
                <a:gd name="connsiteX31" fmla="*/ 431665 w 510964"/>
                <a:gd name="connsiteY31" fmla="*/ 186982 h 608344"/>
                <a:gd name="connsiteX32" fmla="*/ 439054 w 510964"/>
                <a:gd name="connsiteY32" fmla="*/ 227506 h 608344"/>
                <a:gd name="connsiteX33" fmla="*/ 408809 w 510964"/>
                <a:gd name="connsiteY33" fmla="*/ 227506 h 608344"/>
                <a:gd name="connsiteX34" fmla="*/ 416198 w 510964"/>
                <a:gd name="connsiteY34" fmla="*/ 186982 h 608344"/>
                <a:gd name="connsiteX35" fmla="*/ 410878 w 510964"/>
                <a:gd name="connsiteY35" fmla="*/ 176851 h 608344"/>
                <a:gd name="connsiteX36" fmla="*/ 417479 w 510964"/>
                <a:gd name="connsiteY36" fmla="*/ 165736 h 608344"/>
                <a:gd name="connsiteX37" fmla="*/ 417479 w 510964"/>
                <a:gd name="connsiteY37" fmla="*/ 116950 h 608344"/>
                <a:gd name="connsiteX38" fmla="*/ 376397 w 510964"/>
                <a:gd name="connsiteY38" fmla="*/ 136818 h 608344"/>
                <a:gd name="connsiteX39" fmla="*/ 375905 w 510964"/>
                <a:gd name="connsiteY39" fmla="*/ 157277 h 608344"/>
                <a:gd name="connsiteX40" fmla="*/ 369107 w 510964"/>
                <a:gd name="connsiteY40" fmla="*/ 201834 h 608344"/>
                <a:gd name="connsiteX41" fmla="*/ 379845 w 510964"/>
                <a:gd name="connsiteY41" fmla="*/ 226719 h 608344"/>
                <a:gd name="connsiteX42" fmla="*/ 379747 w 510964"/>
                <a:gd name="connsiteY42" fmla="*/ 227014 h 608344"/>
                <a:gd name="connsiteX43" fmla="*/ 379845 w 510964"/>
                <a:gd name="connsiteY43" fmla="*/ 228490 h 608344"/>
                <a:gd name="connsiteX44" fmla="*/ 351768 w 510964"/>
                <a:gd name="connsiteY44" fmla="*/ 279342 h 608344"/>
                <a:gd name="connsiteX45" fmla="*/ 291969 w 510964"/>
                <a:gd name="connsiteY45" fmla="*/ 351833 h 608344"/>
                <a:gd name="connsiteX46" fmla="*/ 255517 w 510964"/>
                <a:gd name="connsiteY46" fmla="*/ 360095 h 608344"/>
                <a:gd name="connsiteX47" fmla="*/ 219066 w 510964"/>
                <a:gd name="connsiteY47" fmla="*/ 351833 h 608344"/>
                <a:gd name="connsiteX48" fmla="*/ 159267 w 510964"/>
                <a:gd name="connsiteY48" fmla="*/ 279342 h 608344"/>
                <a:gd name="connsiteX49" fmla="*/ 131190 w 510964"/>
                <a:gd name="connsiteY49" fmla="*/ 228490 h 608344"/>
                <a:gd name="connsiteX50" fmla="*/ 131190 w 510964"/>
                <a:gd name="connsiteY50" fmla="*/ 227014 h 608344"/>
                <a:gd name="connsiteX51" fmla="*/ 131190 w 510964"/>
                <a:gd name="connsiteY51" fmla="*/ 226719 h 608344"/>
                <a:gd name="connsiteX52" fmla="*/ 141830 w 510964"/>
                <a:gd name="connsiteY52" fmla="*/ 201834 h 608344"/>
                <a:gd name="connsiteX53" fmla="*/ 135032 w 510964"/>
                <a:gd name="connsiteY53" fmla="*/ 157277 h 608344"/>
                <a:gd name="connsiteX54" fmla="*/ 134539 w 510964"/>
                <a:gd name="connsiteY54" fmla="*/ 136818 h 608344"/>
                <a:gd name="connsiteX55" fmla="*/ 70011 w 510964"/>
                <a:gd name="connsiteY55" fmla="*/ 105245 h 608344"/>
                <a:gd name="connsiteX56" fmla="*/ 64002 w 510964"/>
                <a:gd name="connsiteY56" fmla="*/ 96786 h 608344"/>
                <a:gd name="connsiteX57" fmla="*/ 72080 w 510964"/>
                <a:gd name="connsiteY57" fmla="*/ 87048 h 608344"/>
                <a:gd name="connsiteX58" fmla="*/ 243006 w 510964"/>
                <a:gd name="connsiteY58" fmla="*/ 3639 h 608344"/>
                <a:gd name="connsiteX59" fmla="*/ 255517 w 510964"/>
                <a:gd name="connsiteY59" fmla="*/ 0 h 60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10964" h="608344">
                  <a:moveTo>
                    <a:pt x="172784" y="386345"/>
                  </a:moveTo>
                  <a:cubicBezTo>
                    <a:pt x="177217" y="386345"/>
                    <a:pt x="180960" y="389001"/>
                    <a:pt x="182733" y="392738"/>
                  </a:cubicBezTo>
                  <a:cubicBezTo>
                    <a:pt x="200169" y="421853"/>
                    <a:pt x="232480" y="506640"/>
                    <a:pt x="255039" y="508213"/>
                  </a:cubicBezTo>
                  <a:cubicBezTo>
                    <a:pt x="255236" y="508213"/>
                    <a:pt x="255334" y="508115"/>
                    <a:pt x="255531" y="508115"/>
                  </a:cubicBezTo>
                  <a:cubicBezTo>
                    <a:pt x="255630" y="508115"/>
                    <a:pt x="255827" y="508213"/>
                    <a:pt x="255925" y="508213"/>
                  </a:cubicBezTo>
                  <a:cubicBezTo>
                    <a:pt x="278484" y="506640"/>
                    <a:pt x="310795" y="421853"/>
                    <a:pt x="328231" y="392738"/>
                  </a:cubicBezTo>
                  <a:cubicBezTo>
                    <a:pt x="330004" y="389001"/>
                    <a:pt x="333846" y="386345"/>
                    <a:pt x="338278" y="386345"/>
                  </a:cubicBezTo>
                  <a:cubicBezTo>
                    <a:pt x="340249" y="386345"/>
                    <a:pt x="342120" y="386935"/>
                    <a:pt x="343795" y="387820"/>
                  </a:cubicBezTo>
                  <a:cubicBezTo>
                    <a:pt x="350099" y="391263"/>
                    <a:pt x="386942" y="413197"/>
                    <a:pt x="408023" y="420771"/>
                  </a:cubicBezTo>
                  <a:cubicBezTo>
                    <a:pt x="479047" y="446345"/>
                    <a:pt x="510964" y="472410"/>
                    <a:pt x="510964" y="490213"/>
                  </a:cubicBezTo>
                  <a:lnTo>
                    <a:pt x="510964" y="491984"/>
                  </a:lnTo>
                  <a:lnTo>
                    <a:pt x="510964" y="606672"/>
                  </a:lnTo>
                  <a:lnTo>
                    <a:pt x="510964" y="608344"/>
                  </a:lnTo>
                  <a:lnTo>
                    <a:pt x="255925" y="608344"/>
                  </a:lnTo>
                  <a:lnTo>
                    <a:pt x="255531" y="608344"/>
                  </a:lnTo>
                  <a:lnTo>
                    <a:pt x="255039" y="608344"/>
                  </a:lnTo>
                  <a:lnTo>
                    <a:pt x="0" y="608344"/>
                  </a:lnTo>
                  <a:lnTo>
                    <a:pt x="0" y="606672"/>
                  </a:lnTo>
                  <a:lnTo>
                    <a:pt x="0" y="491984"/>
                  </a:lnTo>
                  <a:lnTo>
                    <a:pt x="0" y="490213"/>
                  </a:lnTo>
                  <a:cubicBezTo>
                    <a:pt x="0" y="472410"/>
                    <a:pt x="31917" y="446345"/>
                    <a:pt x="102941" y="420771"/>
                  </a:cubicBezTo>
                  <a:cubicBezTo>
                    <a:pt x="124121" y="413197"/>
                    <a:pt x="160865" y="391263"/>
                    <a:pt x="167169" y="387820"/>
                  </a:cubicBezTo>
                  <a:cubicBezTo>
                    <a:pt x="168844" y="386935"/>
                    <a:pt x="170715" y="386345"/>
                    <a:pt x="172784" y="386345"/>
                  </a:cubicBezTo>
                  <a:close/>
                  <a:moveTo>
                    <a:pt x="255517" y="0"/>
                  </a:moveTo>
                  <a:cubicBezTo>
                    <a:pt x="258966" y="295"/>
                    <a:pt x="263005" y="1279"/>
                    <a:pt x="267931" y="3639"/>
                  </a:cubicBezTo>
                  <a:cubicBezTo>
                    <a:pt x="279260" y="9049"/>
                    <a:pt x="393933" y="65016"/>
                    <a:pt x="438857" y="87048"/>
                  </a:cubicBezTo>
                  <a:cubicBezTo>
                    <a:pt x="445162" y="90098"/>
                    <a:pt x="447526" y="93540"/>
                    <a:pt x="446935" y="96786"/>
                  </a:cubicBezTo>
                  <a:cubicBezTo>
                    <a:pt x="447427" y="99933"/>
                    <a:pt x="445162" y="102884"/>
                    <a:pt x="441024" y="105245"/>
                  </a:cubicBezTo>
                  <a:cubicBezTo>
                    <a:pt x="439448" y="106130"/>
                    <a:pt x="435605" y="108097"/>
                    <a:pt x="430483" y="110655"/>
                  </a:cubicBezTo>
                  <a:lnTo>
                    <a:pt x="430483" y="165736"/>
                  </a:lnTo>
                  <a:cubicBezTo>
                    <a:pt x="434325" y="167998"/>
                    <a:pt x="436985" y="172031"/>
                    <a:pt x="436985" y="176851"/>
                  </a:cubicBezTo>
                  <a:cubicBezTo>
                    <a:pt x="436985" y="181080"/>
                    <a:pt x="434817" y="184621"/>
                    <a:pt x="431665" y="186982"/>
                  </a:cubicBezTo>
                  <a:cubicBezTo>
                    <a:pt x="431665" y="186982"/>
                    <a:pt x="437576" y="220129"/>
                    <a:pt x="439054" y="227506"/>
                  </a:cubicBezTo>
                  <a:cubicBezTo>
                    <a:pt x="440630" y="234883"/>
                    <a:pt x="407036" y="236654"/>
                    <a:pt x="408809" y="227506"/>
                  </a:cubicBezTo>
                  <a:cubicBezTo>
                    <a:pt x="410582" y="218260"/>
                    <a:pt x="416198" y="186982"/>
                    <a:pt x="416198" y="186982"/>
                  </a:cubicBezTo>
                  <a:cubicBezTo>
                    <a:pt x="413045" y="184621"/>
                    <a:pt x="410878" y="181080"/>
                    <a:pt x="410878" y="176851"/>
                  </a:cubicBezTo>
                  <a:cubicBezTo>
                    <a:pt x="410878" y="172031"/>
                    <a:pt x="413636" y="167998"/>
                    <a:pt x="417479" y="165736"/>
                  </a:cubicBezTo>
                  <a:lnTo>
                    <a:pt x="417479" y="116950"/>
                  </a:lnTo>
                  <a:cubicBezTo>
                    <a:pt x="403588" y="123737"/>
                    <a:pt x="386938" y="131802"/>
                    <a:pt x="376397" y="136818"/>
                  </a:cubicBezTo>
                  <a:cubicBezTo>
                    <a:pt x="376299" y="144294"/>
                    <a:pt x="376200" y="157080"/>
                    <a:pt x="375905" y="157277"/>
                  </a:cubicBezTo>
                  <a:cubicBezTo>
                    <a:pt x="373836" y="175670"/>
                    <a:pt x="370191" y="196031"/>
                    <a:pt x="369107" y="201834"/>
                  </a:cubicBezTo>
                  <a:cubicBezTo>
                    <a:pt x="370880" y="202719"/>
                    <a:pt x="379845" y="208621"/>
                    <a:pt x="379845" y="226719"/>
                  </a:cubicBezTo>
                  <a:cubicBezTo>
                    <a:pt x="379845" y="226818"/>
                    <a:pt x="379747" y="226916"/>
                    <a:pt x="379747" y="227014"/>
                  </a:cubicBezTo>
                  <a:cubicBezTo>
                    <a:pt x="379845" y="227506"/>
                    <a:pt x="379845" y="227998"/>
                    <a:pt x="379845" y="228490"/>
                  </a:cubicBezTo>
                  <a:cubicBezTo>
                    <a:pt x="376003" y="278948"/>
                    <a:pt x="355906" y="257211"/>
                    <a:pt x="351768" y="279342"/>
                  </a:cubicBezTo>
                  <a:cubicBezTo>
                    <a:pt x="344872" y="316030"/>
                    <a:pt x="312263" y="342587"/>
                    <a:pt x="291969" y="351833"/>
                  </a:cubicBezTo>
                  <a:cubicBezTo>
                    <a:pt x="280245" y="357144"/>
                    <a:pt x="268128" y="359800"/>
                    <a:pt x="255517" y="360095"/>
                  </a:cubicBezTo>
                  <a:cubicBezTo>
                    <a:pt x="242809" y="359800"/>
                    <a:pt x="230790" y="357144"/>
                    <a:pt x="219066" y="351833"/>
                  </a:cubicBezTo>
                  <a:cubicBezTo>
                    <a:pt x="198772" y="342587"/>
                    <a:pt x="166163" y="316030"/>
                    <a:pt x="159267" y="279342"/>
                  </a:cubicBezTo>
                  <a:cubicBezTo>
                    <a:pt x="155129" y="257211"/>
                    <a:pt x="135032" y="278948"/>
                    <a:pt x="131190" y="228490"/>
                  </a:cubicBezTo>
                  <a:cubicBezTo>
                    <a:pt x="131190" y="227998"/>
                    <a:pt x="131190" y="227506"/>
                    <a:pt x="131190" y="227014"/>
                  </a:cubicBezTo>
                  <a:cubicBezTo>
                    <a:pt x="131190" y="226916"/>
                    <a:pt x="131190" y="226818"/>
                    <a:pt x="131190" y="226719"/>
                  </a:cubicBezTo>
                  <a:cubicBezTo>
                    <a:pt x="131190" y="208621"/>
                    <a:pt x="140056" y="202719"/>
                    <a:pt x="141830" y="201834"/>
                  </a:cubicBezTo>
                  <a:cubicBezTo>
                    <a:pt x="140844" y="196031"/>
                    <a:pt x="137199" y="175670"/>
                    <a:pt x="135032" y="157277"/>
                  </a:cubicBezTo>
                  <a:cubicBezTo>
                    <a:pt x="134835" y="157080"/>
                    <a:pt x="134638" y="144294"/>
                    <a:pt x="134539" y="136818"/>
                  </a:cubicBezTo>
                  <a:cubicBezTo>
                    <a:pt x="115427" y="127671"/>
                    <a:pt x="75824" y="108589"/>
                    <a:pt x="70011" y="105245"/>
                  </a:cubicBezTo>
                  <a:cubicBezTo>
                    <a:pt x="65775" y="102884"/>
                    <a:pt x="63608" y="99933"/>
                    <a:pt x="64002" y="96786"/>
                  </a:cubicBezTo>
                  <a:cubicBezTo>
                    <a:pt x="63509" y="93540"/>
                    <a:pt x="65775" y="90098"/>
                    <a:pt x="72080" y="87048"/>
                  </a:cubicBezTo>
                  <a:cubicBezTo>
                    <a:pt x="117102" y="65016"/>
                    <a:pt x="231677" y="9049"/>
                    <a:pt x="243006" y="3639"/>
                  </a:cubicBezTo>
                  <a:cubicBezTo>
                    <a:pt x="247932" y="1279"/>
                    <a:pt x="252069" y="295"/>
                    <a:pt x="255517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</a:endParaRPr>
            </a:p>
          </p:txBody>
        </p:sp>
      </p:grpSp>
      <p:grpSp>
        <p:nvGrpSpPr>
          <p:cNvPr id="16" name="Group 57"/>
          <p:cNvGrpSpPr/>
          <p:nvPr/>
        </p:nvGrpSpPr>
        <p:grpSpPr>
          <a:xfrm>
            <a:off x="6936847" y="4647057"/>
            <a:ext cx="409972" cy="409972"/>
            <a:chOff x="669869" y="597304"/>
            <a:chExt cx="409972" cy="409972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4"/>
              <a:ext cx="409972" cy="4099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7"/>
              <a:ext cx="334166" cy="33416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9" name="ïśļiḑé"/>
            <p:cNvSpPr/>
            <p:nvPr/>
          </p:nvSpPr>
          <p:spPr>
            <a:xfrm>
              <a:off x="772090" y="699665"/>
              <a:ext cx="205530" cy="205249"/>
            </a:xfrm>
            <a:custGeom>
              <a:avLst/>
              <a:gdLst>
                <a:gd name="connsiteX0" fmla="*/ 530786 w 605520"/>
                <a:gd name="connsiteY0" fmla="*/ 338238 h 604693"/>
                <a:gd name="connsiteX1" fmla="*/ 605520 w 605520"/>
                <a:gd name="connsiteY1" fmla="*/ 604693 h 604693"/>
                <a:gd name="connsiteX2" fmla="*/ 338642 w 605520"/>
                <a:gd name="connsiteY2" fmla="*/ 530077 h 604693"/>
                <a:gd name="connsiteX3" fmla="*/ 172489 w 605520"/>
                <a:gd name="connsiteY3" fmla="*/ 125447 h 604693"/>
                <a:gd name="connsiteX4" fmla="*/ 143138 w 605520"/>
                <a:gd name="connsiteY4" fmla="*/ 137608 h 604693"/>
                <a:gd name="connsiteX5" fmla="*/ 143138 w 605520"/>
                <a:gd name="connsiteY5" fmla="*/ 196230 h 604693"/>
                <a:gd name="connsiteX6" fmla="*/ 201840 w 605520"/>
                <a:gd name="connsiteY6" fmla="*/ 196230 h 604693"/>
                <a:gd name="connsiteX7" fmla="*/ 201840 w 605520"/>
                <a:gd name="connsiteY7" fmla="*/ 137608 h 604693"/>
                <a:gd name="connsiteX8" fmla="*/ 172489 w 605520"/>
                <a:gd name="connsiteY8" fmla="*/ 125447 h 604693"/>
                <a:gd name="connsiteX9" fmla="*/ 128644 w 605520"/>
                <a:gd name="connsiteY9" fmla="*/ 174 h 604693"/>
                <a:gd name="connsiteX10" fmla="*/ 220575 w 605520"/>
                <a:gd name="connsiteY10" fmla="*/ 29719 h 604693"/>
                <a:gd name="connsiteX11" fmla="*/ 221200 w 605520"/>
                <a:gd name="connsiteY11" fmla="*/ 29095 h 604693"/>
                <a:gd name="connsiteX12" fmla="*/ 231816 w 605520"/>
                <a:gd name="connsiteY12" fmla="*/ 39697 h 604693"/>
                <a:gd name="connsiteX13" fmla="*/ 498684 w 605520"/>
                <a:gd name="connsiteY13" fmla="*/ 306197 h 604693"/>
                <a:gd name="connsiteX14" fmla="*/ 306548 w 605520"/>
                <a:gd name="connsiteY14" fmla="*/ 498069 h 604693"/>
                <a:gd name="connsiteX15" fmla="*/ 39680 w 605520"/>
                <a:gd name="connsiteY15" fmla="*/ 231569 h 604693"/>
                <a:gd name="connsiteX16" fmla="*/ 29063 w 605520"/>
                <a:gd name="connsiteY16" fmla="*/ 220967 h 604693"/>
                <a:gd name="connsiteX17" fmla="*/ 29688 w 605520"/>
                <a:gd name="connsiteY17" fmla="*/ 220344 h 604693"/>
                <a:gd name="connsiteX18" fmla="*/ 39680 w 605520"/>
                <a:gd name="connsiteY18" fmla="*/ 39697 h 604693"/>
                <a:gd name="connsiteX19" fmla="*/ 128644 w 605520"/>
                <a:gd name="connsiteY19" fmla="*/ 174 h 60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5520" h="604693">
                  <a:moveTo>
                    <a:pt x="530786" y="338238"/>
                  </a:moveTo>
                  <a:lnTo>
                    <a:pt x="605520" y="604693"/>
                  </a:lnTo>
                  <a:lnTo>
                    <a:pt x="338642" y="530077"/>
                  </a:lnTo>
                  <a:close/>
                  <a:moveTo>
                    <a:pt x="172489" y="125447"/>
                  </a:moveTo>
                  <a:cubicBezTo>
                    <a:pt x="161873" y="125447"/>
                    <a:pt x="151257" y="129501"/>
                    <a:pt x="143138" y="137608"/>
                  </a:cubicBezTo>
                  <a:cubicBezTo>
                    <a:pt x="126901" y="153822"/>
                    <a:pt x="126901" y="180223"/>
                    <a:pt x="143138" y="196230"/>
                  </a:cubicBezTo>
                  <a:cubicBezTo>
                    <a:pt x="159375" y="212444"/>
                    <a:pt x="185604" y="212444"/>
                    <a:pt x="201840" y="196230"/>
                  </a:cubicBezTo>
                  <a:cubicBezTo>
                    <a:pt x="218077" y="180223"/>
                    <a:pt x="218077" y="153822"/>
                    <a:pt x="201840" y="137608"/>
                  </a:cubicBezTo>
                  <a:cubicBezTo>
                    <a:pt x="193722" y="129501"/>
                    <a:pt x="183106" y="125447"/>
                    <a:pt x="172489" y="125447"/>
                  </a:cubicBezTo>
                  <a:close/>
                  <a:moveTo>
                    <a:pt x="128644" y="174"/>
                  </a:moveTo>
                  <a:cubicBezTo>
                    <a:pt x="160988" y="-1463"/>
                    <a:pt x="193826" y="8412"/>
                    <a:pt x="220575" y="29719"/>
                  </a:cubicBezTo>
                  <a:lnTo>
                    <a:pt x="221200" y="29095"/>
                  </a:lnTo>
                  <a:lnTo>
                    <a:pt x="231816" y="39697"/>
                  </a:lnTo>
                  <a:lnTo>
                    <a:pt x="498684" y="306197"/>
                  </a:lnTo>
                  <a:lnTo>
                    <a:pt x="306548" y="498069"/>
                  </a:lnTo>
                  <a:lnTo>
                    <a:pt x="39680" y="231569"/>
                  </a:lnTo>
                  <a:lnTo>
                    <a:pt x="29063" y="220967"/>
                  </a:lnTo>
                  <a:lnTo>
                    <a:pt x="29688" y="220344"/>
                  </a:lnTo>
                  <a:cubicBezTo>
                    <a:pt x="-12986" y="167127"/>
                    <a:pt x="-9655" y="89172"/>
                    <a:pt x="39680" y="39697"/>
                  </a:cubicBezTo>
                  <a:cubicBezTo>
                    <a:pt x="64452" y="14960"/>
                    <a:pt x="96301" y="1811"/>
                    <a:pt x="128644" y="174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</a:endParaRPr>
            </a:p>
          </p:txBody>
        </p:sp>
      </p:grpSp>
      <p:grpSp>
        <p:nvGrpSpPr>
          <p:cNvPr id="20" name="Group 62"/>
          <p:cNvGrpSpPr/>
          <p:nvPr/>
        </p:nvGrpSpPr>
        <p:grpSpPr>
          <a:xfrm>
            <a:off x="6936847" y="5397374"/>
            <a:ext cx="409972" cy="409972"/>
            <a:chOff x="669869" y="597304"/>
            <a:chExt cx="409972" cy="409972"/>
          </a:xfrm>
        </p:grpSpPr>
        <p:sp>
          <p:nvSpPr>
            <p:cNvPr id="21" name="íṥļîḓê"/>
            <p:cNvSpPr/>
            <p:nvPr/>
          </p:nvSpPr>
          <p:spPr>
            <a:xfrm>
              <a:off x="669869" y="597304"/>
              <a:ext cx="409972" cy="409972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2" name="íṥlíḓê"/>
            <p:cNvSpPr/>
            <p:nvPr/>
          </p:nvSpPr>
          <p:spPr>
            <a:xfrm>
              <a:off x="707772" y="635207"/>
              <a:ext cx="334166" cy="33416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3" name="ïśļiḑé"/>
            <p:cNvSpPr/>
            <p:nvPr/>
          </p:nvSpPr>
          <p:spPr>
            <a:xfrm>
              <a:off x="772090" y="721511"/>
              <a:ext cx="205530" cy="161557"/>
            </a:xfrm>
            <a:custGeom>
              <a:avLst/>
              <a:gdLst>
                <a:gd name="connsiteX0" fmla="*/ 143567 w 609234"/>
                <a:gd name="connsiteY0" fmla="*/ 248353 h 478890"/>
                <a:gd name="connsiteX1" fmla="*/ 230417 w 609234"/>
                <a:gd name="connsiteY1" fmla="*/ 335123 h 478890"/>
                <a:gd name="connsiteX2" fmla="*/ 184980 w 609234"/>
                <a:gd name="connsiteY2" fmla="*/ 411359 h 478890"/>
                <a:gd name="connsiteX3" fmla="*/ 131889 w 609234"/>
                <a:gd name="connsiteY3" fmla="*/ 376622 h 478890"/>
                <a:gd name="connsiteX4" fmla="*/ 114617 w 609234"/>
                <a:gd name="connsiteY4" fmla="*/ 340120 h 478890"/>
                <a:gd name="connsiteX5" fmla="*/ 99848 w 609234"/>
                <a:gd name="connsiteY5" fmla="*/ 297544 h 478890"/>
                <a:gd name="connsiteX6" fmla="*/ 81595 w 609234"/>
                <a:gd name="connsiteY6" fmla="*/ 274320 h 478890"/>
                <a:gd name="connsiteX7" fmla="*/ 143567 w 609234"/>
                <a:gd name="connsiteY7" fmla="*/ 248353 h 478890"/>
                <a:gd name="connsiteX8" fmla="*/ 468037 w 609234"/>
                <a:gd name="connsiteY8" fmla="*/ 247718 h 478890"/>
                <a:gd name="connsiteX9" fmla="*/ 554948 w 609234"/>
                <a:gd name="connsiteY9" fmla="*/ 334439 h 478890"/>
                <a:gd name="connsiteX10" fmla="*/ 509505 w 609234"/>
                <a:gd name="connsiteY10" fmla="*/ 410724 h 478890"/>
                <a:gd name="connsiteX11" fmla="*/ 456357 w 609234"/>
                <a:gd name="connsiteY11" fmla="*/ 375938 h 478890"/>
                <a:gd name="connsiteX12" fmla="*/ 439082 w 609234"/>
                <a:gd name="connsiteY12" fmla="*/ 339485 h 478890"/>
                <a:gd name="connsiteX13" fmla="*/ 424360 w 609234"/>
                <a:gd name="connsiteY13" fmla="*/ 296860 h 478890"/>
                <a:gd name="connsiteX14" fmla="*/ 406055 w 609234"/>
                <a:gd name="connsiteY14" fmla="*/ 273685 h 478890"/>
                <a:gd name="connsiteX15" fmla="*/ 468037 w 609234"/>
                <a:gd name="connsiteY15" fmla="*/ 247718 h 478890"/>
                <a:gd name="connsiteX16" fmla="*/ 466641 w 609234"/>
                <a:gd name="connsiteY16" fmla="*/ 224404 h 478890"/>
                <a:gd name="connsiteX17" fmla="*/ 355746 w 609234"/>
                <a:gd name="connsiteY17" fmla="*/ 335135 h 478890"/>
                <a:gd name="connsiteX18" fmla="*/ 466641 w 609234"/>
                <a:gd name="connsiteY18" fmla="*/ 445818 h 478890"/>
                <a:gd name="connsiteX19" fmla="*/ 577487 w 609234"/>
                <a:gd name="connsiteY19" fmla="*/ 335135 h 478890"/>
                <a:gd name="connsiteX20" fmla="*/ 466641 w 609234"/>
                <a:gd name="connsiteY20" fmla="*/ 224404 h 478890"/>
                <a:gd name="connsiteX21" fmla="*/ 143574 w 609234"/>
                <a:gd name="connsiteY21" fmla="*/ 224404 h 478890"/>
                <a:gd name="connsiteX22" fmla="*/ 32680 w 609234"/>
                <a:gd name="connsiteY22" fmla="*/ 335135 h 478890"/>
                <a:gd name="connsiteX23" fmla="*/ 143574 w 609234"/>
                <a:gd name="connsiteY23" fmla="*/ 445818 h 478890"/>
                <a:gd name="connsiteX24" fmla="*/ 254420 w 609234"/>
                <a:gd name="connsiteY24" fmla="*/ 335135 h 478890"/>
                <a:gd name="connsiteX25" fmla="*/ 143574 w 609234"/>
                <a:gd name="connsiteY25" fmla="*/ 224404 h 478890"/>
                <a:gd name="connsiteX26" fmla="*/ 197893 w 609234"/>
                <a:gd name="connsiteY26" fmla="*/ 2 h 478890"/>
                <a:gd name="connsiteX27" fmla="*/ 287983 w 609234"/>
                <a:gd name="connsiteY27" fmla="*/ 90498 h 478890"/>
                <a:gd name="connsiteX28" fmla="*/ 287983 w 609234"/>
                <a:gd name="connsiteY28" fmla="*/ 126216 h 478890"/>
                <a:gd name="connsiteX29" fmla="*/ 304617 w 609234"/>
                <a:gd name="connsiteY29" fmla="*/ 124599 h 478890"/>
                <a:gd name="connsiteX30" fmla="*/ 321251 w 609234"/>
                <a:gd name="connsiteY30" fmla="*/ 126216 h 478890"/>
                <a:gd name="connsiteX31" fmla="*/ 321251 w 609234"/>
                <a:gd name="connsiteY31" fmla="*/ 90498 h 478890"/>
                <a:gd name="connsiteX32" fmla="*/ 411341 w 609234"/>
                <a:gd name="connsiteY32" fmla="*/ 2 h 478890"/>
                <a:gd name="connsiteX33" fmla="*/ 492402 w 609234"/>
                <a:gd name="connsiteY33" fmla="*/ 53114 h 478890"/>
                <a:gd name="connsiteX34" fmla="*/ 504326 w 609234"/>
                <a:gd name="connsiteY34" fmla="*/ 79768 h 478890"/>
                <a:gd name="connsiteX35" fmla="*/ 594612 w 609234"/>
                <a:gd name="connsiteY35" fmla="*/ 271930 h 478890"/>
                <a:gd name="connsiteX36" fmla="*/ 609234 w 609234"/>
                <a:gd name="connsiteY36" fmla="*/ 335576 h 478890"/>
                <a:gd name="connsiteX37" fmla="*/ 465218 w 609234"/>
                <a:gd name="connsiteY37" fmla="*/ 478890 h 478890"/>
                <a:gd name="connsiteX38" fmla="*/ 321251 w 609234"/>
                <a:gd name="connsiteY38" fmla="*/ 335086 h 478890"/>
                <a:gd name="connsiteX39" fmla="*/ 321251 w 609234"/>
                <a:gd name="connsiteY39" fmla="*/ 252430 h 478890"/>
                <a:gd name="connsiteX40" fmla="*/ 304617 w 609234"/>
                <a:gd name="connsiteY40" fmla="*/ 252332 h 478890"/>
                <a:gd name="connsiteX41" fmla="*/ 287983 w 609234"/>
                <a:gd name="connsiteY41" fmla="*/ 252430 h 478890"/>
                <a:gd name="connsiteX42" fmla="*/ 287983 w 609234"/>
                <a:gd name="connsiteY42" fmla="*/ 335086 h 478890"/>
                <a:gd name="connsiteX43" fmla="*/ 143967 w 609234"/>
                <a:gd name="connsiteY43" fmla="*/ 478890 h 478890"/>
                <a:gd name="connsiteX44" fmla="*/ 0 w 609234"/>
                <a:gd name="connsiteY44" fmla="*/ 335576 h 478890"/>
                <a:gd name="connsiteX45" fmla="*/ 14622 w 609234"/>
                <a:gd name="connsiteY45" fmla="*/ 271930 h 478890"/>
                <a:gd name="connsiteX46" fmla="*/ 104908 w 609234"/>
                <a:gd name="connsiteY46" fmla="*/ 79768 h 478890"/>
                <a:gd name="connsiteX47" fmla="*/ 116832 w 609234"/>
                <a:gd name="connsiteY47" fmla="*/ 53114 h 478890"/>
                <a:gd name="connsiteX48" fmla="*/ 197893 w 609234"/>
                <a:gd name="connsiteY48" fmla="*/ 2 h 47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9234" h="478890">
                  <a:moveTo>
                    <a:pt x="143567" y="248353"/>
                  </a:moveTo>
                  <a:cubicBezTo>
                    <a:pt x="191506" y="248353"/>
                    <a:pt x="230417" y="287206"/>
                    <a:pt x="230417" y="335123"/>
                  </a:cubicBezTo>
                  <a:cubicBezTo>
                    <a:pt x="230417" y="368048"/>
                    <a:pt x="212066" y="396661"/>
                    <a:pt x="184980" y="411359"/>
                  </a:cubicBezTo>
                  <a:cubicBezTo>
                    <a:pt x="163979" y="406117"/>
                    <a:pt x="145236" y="394015"/>
                    <a:pt x="131889" y="376622"/>
                  </a:cubicBezTo>
                  <a:cubicBezTo>
                    <a:pt x="123842" y="366137"/>
                    <a:pt x="118494" y="353153"/>
                    <a:pt x="114617" y="340120"/>
                  </a:cubicBezTo>
                  <a:cubicBezTo>
                    <a:pt x="110300" y="325716"/>
                    <a:pt x="106767" y="310968"/>
                    <a:pt x="99848" y="297544"/>
                  </a:cubicBezTo>
                  <a:cubicBezTo>
                    <a:pt x="95236" y="288529"/>
                    <a:pt x="89200" y="280543"/>
                    <a:pt x="81595" y="274320"/>
                  </a:cubicBezTo>
                  <a:cubicBezTo>
                    <a:pt x="97346" y="258299"/>
                    <a:pt x="119279" y="248353"/>
                    <a:pt x="143567" y="248353"/>
                  </a:cubicBezTo>
                  <a:close/>
                  <a:moveTo>
                    <a:pt x="468037" y="247718"/>
                  </a:moveTo>
                  <a:cubicBezTo>
                    <a:pt x="516032" y="247718"/>
                    <a:pt x="554948" y="286571"/>
                    <a:pt x="554948" y="334439"/>
                  </a:cubicBezTo>
                  <a:cubicBezTo>
                    <a:pt x="554948" y="367364"/>
                    <a:pt x="536545" y="396026"/>
                    <a:pt x="509505" y="410724"/>
                  </a:cubicBezTo>
                  <a:cubicBezTo>
                    <a:pt x="488452" y="405433"/>
                    <a:pt x="469705" y="393380"/>
                    <a:pt x="456357" y="375938"/>
                  </a:cubicBezTo>
                  <a:cubicBezTo>
                    <a:pt x="448358" y="365453"/>
                    <a:pt x="443008" y="352469"/>
                    <a:pt x="439082" y="339485"/>
                  </a:cubicBezTo>
                  <a:cubicBezTo>
                    <a:pt x="434813" y="325032"/>
                    <a:pt x="431279" y="310333"/>
                    <a:pt x="424360" y="296860"/>
                  </a:cubicBezTo>
                  <a:cubicBezTo>
                    <a:pt x="419747" y="287894"/>
                    <a:pt x="413662" y="279908"/>
                    <a:pt x="406055" y="273685"/>
                  </a:cubicBezTo>
                  <a:cubicBezTo>
                    <a:pt x="421857" y="257664"/>
                    <a:pt x="443794" y="247718"/>
                    <a:pt x="468037" y="247718"/>
                  </a:cubicBezTo>
                  <a:close/>
                  <a:moveTo>
                    <a:pt x="466641" y="224404"/>
                  </a:moveTo>
                  <a:cubicBezTo>
                    <a:pt x="405404" y="224404"/>
                    <a:pt x="355746" y="273988"/>
                    <a:pt x="355746" y="335135"/>
                  </a:cubicBezTo>
                  <a:cubicBezTo>
                    <a:pt x="355746" y="396283"/>
                    <a:pt x="405404" y="445818"/>
                    <a:pt x="466641" y="445818"/>
                  </a:cubicBezTo>
                  <a:cubicBezTo>
                    <a:pt x="527878" y="445818"/>
                    <a:pt x="577487" y="396283"/>
                    <a:pt x="577487" y="335135"/>
                  </a:cubicBezTo>
                  <a:cubicBezTo>
                    <a:pt x="577487" y="273988"/>
                    <a:pt x="527878" y="224404"/>
                    <a:pt x="466641" y="224404"/>
                  </a:cubicBezTo>
                  <a:close/>
                  <a:moveTo>
                    <a:pt x="143574" y="224404"/>
                  </a:moveTo>
                  <a:cubicBezTo>
                    <a:pt x="82337" y="224404"/>
                    <a:pt x="32680" y="273988"/>
                    <a:pt x="32680" y="335135"/>
                  </a:cubicBezTo>
                  <a:cubicBezTo>
                    <a:pt x="32680" y="396283"/>
                    <a:pt x="82337" y="445818"/>
                    <a:pt x="143574" y="445818"/>
                  </a:cubicBezTo>
                  <a:cubicBezTo>
                    <a:pt x="204812" y="445818"/>
                    <a:pt x="254420" y="396283"/>
                    <a:pt x="254420" y="335135"/>
                  </a:cubicBezTo>
                  <a:cubicBezTo>
                    <a:pt x="254420" y="273988"/>
                    <a:pt x="204812" y="224404"/>
                    <a:pt x="143574" y="224404"/>
                  </a:cubicBezTo>
                  <a:close/>
                  <a:moveTo>
                    <a:pt x="197893" y="2"/>
                  </a:moveTo>
                  <a:cubicBezTo>
                    <a:pt x="247452" y="-390"/>
                    <a:pt x="287983" y="41012"/>
                    <a:pt x="287983" y="90498"/>
                  </a:cubicBezTo>
                  <a:lnTo>
                    <a:pt x="287983" y="126216"/>
                  </a:lnTo>
                  <a:cubicBezTo>
                    <a:pt x="293380" y="125187"/>
                    <a:pt x="298925" y="124599"/>
                    <a:pt x="304617" y="124599"/>
                  </a:cubicBezTo>
                  <a:cubicBezTo>
                    <a:pt x="310309" y="124599"/>
                    <a:pt x="315854" y="125187"/>
                    <a:pt x="321251" y="126216"/>
                  </a:cubicBezTo>
                  <a:lnTo>
                    <a:pt x="321251" y="90498"/>
                  </a:lnTo>
                  <a:cubicBezTo>
                    <a:pt x="321251" y="41012"/>
                    <a:pt x="361782" y="-390"/>
                    <a:pt x="411341" y="2"/>
                  </a:cubicBezTo>
                  <a:cubicBezTo>
                    <a:pt x="447553" y="296"/>
                    <a:pt x="478565" y="22050"/>
                    <a:pt x="492402" y="53114"/>
                  </a:cubicBezTo>
                  <a:cubicBezTo>
                    <a:pt x="496327" y="62031"/>
                    <a:pt x="500155" y="70948"/>
                    <a:pt x="504326" y="79768"/>
                  </a:cubicBezTo>
                  <a:lnTo>
                    <a:pt x="594612" y="271930"/>
                  </a:lnTo>
                  <a:cubicBezTo>
                    <a:pt x="604033" y="291137"/>
                    <a:pt x="609283" y="312744"/>
                    <a:pt x="609234" y="335576"/>
                  </a:cubicBezTo>
                  <a:cubicBezTo>
                    <a:pt x="608940" y="414901"/>
                    <a:pt x="544709" y="478890"/>
                    <a:pt x="465218" y="478890"/>
                  </a:cubicBezTo>
                  <a:cubicBezTo>
                    <a:pt x="385727" y="478890"/>
                    <a:pt x="321251" y="414509"/>
                    <a:pt x="321251" y="335086"/>
                  </a:cubicBezTo>
                  <a:lnTo>
                    <a:pt x="321251" y="252430"/>
                  </a:lnTo>
                  <a:cubicBezTo>
                    <a:pt x="315854" y="252283"/>
                    <a:pt x="310309" y="252332"/>
                    <a:pt x="304617" y="252332"/>
                  </a:cubicBezTo>
                  <a:cubicBezTo>
                    <a:pt x="298925" y="252332"/>
                    <a:pt x="293380" y="252283"/>
                    <a:pt x="287983" y="252430"/>
                  </a:cubicBezTo>
                  <a:lnTo>
                    <a:pt x="287983" y="335086"/>
                  </a:lnTo>
                  <a:cubicBezTo>
                    <a:pt x="287983" y="414509"/>
                    <a:pt x="223507" y="478890"/>
                    <a:pt x="143967" y="478890"/>
                  </a:cubicBezTo>
                  <a:cubicBezTo>
                    <a:pt x="64525" y="478890"/>
                    <a:pt x="245" y="414901"/>
                    <a:pt x="0" y="335576"/>
                  </a:cubicBezTo>
                  <a:cubicBezTo>
                    <a:pt x="-49" y="312744"/>
                    <a:pt x="5201" y="291137"/>
                    <a:pt x="14622" y="271930"/>
                  </a:cubicBezTo>
                  <a:lnTo>
                    <a:pt x="104908" y="79768"/>
                  </a:lnTo>
                  <a:cubicBezTo>
                    <a:pt x="109030" y="70948"/>
                    <a:pt x="112907" y="62031"/>
                    <a:pt x="116832" y="53114"/>
                  </a:cubicBezTo>
                  <a:cubicBezTo>
                    <a:pt x="130620" y="22050"/>
                    <a:pt x="161681" y="296"/>
                    <a:pt x="197893" y="2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18"/>
          <p:cNvSpPr>
            <a:spLocks noGrp="1"/>
          </p:cNvSpPr>
          <p:nvPr>
            <p:ph type="body" sz="quarter" idx="25"/>
          </p:nvPr>
        </p:nvSpPr>
        <p:spPr>
          <a:xfrm>
            <a:off x="79472" y="1093511"/>
            <a:ext cx="6321240" cy="1669560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dirty="0"/>
              <a:t>Mice_hao</a:t>
            </a:r>
            <a:endParaRPr lang="zh-CN" altLang="en-US" dirty="0"/>
          </a:p>
        </p:txBody>
      </p:sp>
      <p:sp>
        <p:nvSpPr>
          <p:cNvPr id="59" name="文本占位符 5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  <a:r>
              <a:rPr lang="en-US" altLang="zh-CN" dirty="0"/>
              <a:t>02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简单地介绍一下自己吧</a:t>
            </a:r>
            <a:endParaRPr lang="en-US" altLang="zh-CN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简单地介绍一下自己吧</a:t>
            </a:r>
            <a:endParaRPr lang="en-US" altLang="zh-CN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简单地介绍一下自己吧</a:t>
            </a:r>
            <a:endParaRPr lang="en-US" altLang="zh-CN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昊仔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机械工程学院</a:t>
            </a:r>
          </a:p>
        </p:txBody>
      </p:sp>
      <p:pic>
        <p:nvPicPr>
          <p:cNvPr id="21" name="图片占位符 20" descr="图片包含 人员, 照片, 微笑, 年轻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0" r="20130"/>
          <a:stretch>
            <a:fillRect/>
          </a:stretch>
        </p:blipFill>
        <p:spPr/>
      </p:pic>
      <p:sp>
        <p:nvSpPr>
          <p:cNvPr id="10" name="日期占位符 9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5</a:t>
            </a:fld>
            <a:endParaRPr lang="zh-CN" altLang="en-US" dirty="0"/>
          </a:p>
        </p:txBody>
      </p:sp>
      <p:grpSp>
        <p:nvGrpSpPr>
          <p:cNvPr id="22" name="Group 48"/>
          <p:cNvGrpSpPr/>
          <p:nvPr/>
        </p:nvGrpSpPr>
        <p:grpSpPr>
          <a:xfrm>
            <a:off x="4332189" y="3876520"/>
            <a:ext cx="409972" cy="409972"/>
            <a:chOff x="669869" y="597304"/>
            <a:chExt cx="409972" cy="409972"/>
          </a:xfrm>
        </p:grpSpPr>
        <p:sp>
          <p:nvSpPr>
            <p:cNvPr id="23" name="íṥļîḓê"/>
            <p:cNvSpPr/>
            <p:nvPr/>
          </p:nvSpPr>
          <p:spPr>
            <a:xfrm>
              <a:off x="669869" y="597304"/>
              <a:ext cx="409972" cy="409972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4" name="íṥlíḓê"/>
            <p:cNvSpPr/>
            <p:nvPr/>
          </p:nvSpPr>
          <p:spPr>
            <a:xfrm>
              <a:off x="707772" y="635207"/>
              <a:ext cx="334166" cy="33416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5" name="ïśļiḑé"/>
            <p:cNvSpPr/>
            <p:nvPr/>
          </p:nvSpPr>
          <p:spPr>
            <a:xfrm>
              <a:off x="788539" y="699525"/>
              <a:ext cx="172630" cy="205530"/>
            </a:xfrm>
            <a:custGeom>
              <a:avLst/>
              <a:gdLst>
                <a:gd name="connsiteX0" fmla="*/ 172784 w 510964"/>
                <a:gd name="connsiteY0" fmla="*/ 386345 h 608344"/>
                <a:gd name="connsiteX1" fmla="*/ 182733 w 510964"/>
                <a:gd name="connsiteY1" fmla="*/ 392738 h 608344"/>
                <a:gd name="connsiteX2" fmla="*/ 255039 w 510964"/>
                <a:gd name="connsiteY2" fmla="*/ 508213 h 608344"/>
                <a:gd name="connsiteX3" fmla="*/ 255531 w 510964"/>
                <a:gd name="connsiteY3" fmla="*/ 508115 h 608344"/>
                <a:gd name="connsiteX4" fmla="*/ 255925 w 510964"/>
                <a:gd name="connsiteY4" fmla="*/ 508213 h 608344"/>
                <a:gd name="connsiteX5" fmla="*/ 328231 w 510964"/>
                <a:gd name="connsiteY5" fmla="*/ 392738 h 608344"/>
                <a:gd name="connsiteX6" fmla="*/ 338278 w 510964"/>
                <a:gd name="connsiteY6" fmla="*/ 386345 h 608344"/>
                <a:gd name="connsiteX7" fmla="*/ 343795 w 510964"/>
                <a:gd name="connsiteY7" fmla="*/ 387820 h 608344"/>
                <a:gd name="connsiteX8" fmla="*/ 408023 w 510964"/>
                <a:gd name="connsiteY8" fmla="*/ 420771 h 608344"/>
                <a:gd name="connsiteX9" fmla="*/ 510964 w 510964"/>
                <a:gd name="connsiteY9" fmla="*/ 490213 h 608344"/>
                <a:gd name="connsiteX10" fmla="*/ 510964 w 510964"/>
                <a:gd name="connsiteY10" fmla="*/ 491984 h 608344"/>
                <a:gd name="connsiteX11" fmla="*/ 510964 w 510964"/>
                <a:gd name="connsiteY11" fmla="*/ 606672 h 608344"/>
                <a:gd name="connsiteX12" fmla="*/ 510964 w 510964"/>
                <a:gd name="connsiteY12" fmla="*/ 608344 h 608344"/>
                <a:gd name="connsiteX13" fmla="*/ 255925 w 510964"/>
                <a:gd name="connsiteY13" fmla="*/ 608344 h 608344"/>
                <a:gd name="connsiteX14" fmla="*/ 255531 w 510964"/>
                <a:gd name="connsiteY14" fmla="*/ 608344 h 608344"/>
                <a:gd name="connsiteX15" fmla="*/ 255039 w 510964"/>
                <a:gd name="connsiteY15" fmla="*/ 608344 h 608344"/>
                <a:gd name="connsiteX16" fmla="*/ 0 w 510964"/>
                <a:gd name="connsiteY16" fmla="*/ 608344 h 608344"/>
                <a:gd name="connsiteX17" fmla="*/ 0 w 510964"/>
                <a:gd name="connsiteY17" fmla="*/ 606672 h 608344"/>
                <a:gd name="connsiteX18" fmla="*/ 0 w 510964"/>
                <a:gd name="connsiteY18" fmla="*/ 491984 h 608344"/>
                <a:gd name="connsiteX19" fmla="*/ 0 w 510964"/>
                <a:gd name="connsiteY19" fmla="*/ 490213 h 608344"/>
                <a:gd name="connsiteX20" fmla="*/ 102941 w 510964"/>
                <a:gd name="connsiteY20" fmla="*/ 420771 h 608344"/>
                <a:gd name="connsiteX21" fmla="*/ 167169 w 510964"/>
                <a:gd name="connsiteY21" fmla="*/ 387820 h 608344"/>
                <a:gd name="connsiteX22" fmla="*/ 172784 w 510964"/>
                <a:gd name="connsiteY22" fmla="*/ 386345 h 608344"/>
                <a:gd name="connsiteX23" fmla="*/ 255517 w 510964"/>
                <a:gd name="connsiteY23" fmla="*/ 0 h 608344"/>
                <a:gd name="connsiteX24" fmla="*/ 267931 w 510964"/>
                <a:gd name="connsiteY24" fmla="*/ 3639 h 608344"/>
                <a:gd name="connsiteX25" fmla="*/ 438857 w 510964"/>
                <a:gd name="connsiteY25" fmla="*/ 87048 h 608344"/>
                <a:gd name="connsiteX26" fmla="*/ 446935 w 510964"/>
                <a:gd name="connsiteY26" fmla="*/ 96786 h 608344"/>
                <a:gd name="connsiteX27" fmla="*/ 441024 w 510964"/>
                <a:gd name="connsiteY27" fmla="*/ 105245 h 608344"/>
                <a:gd name="connsiteX28" fmla="*/ 430483 w 510964"/>
                <a:gd name="connsiteY28" fmla="*/ 110655 h 608344"/>
                <a:gd name="connsiteX29" fmla="*/ 430483 w 510964"/>
                <a:gd name="connsiteY29" fmla="*/ 165736 h 608344"/>
                <a:gd name="connsiteX30" fmla="*/ 436985 w 510964"/>
                <a:gd name="connsiteY30" fmla="*/ 176851 h 608344"/>
                <a:gd name="connsiteX31" fmla="*/ 431665 w 510964"/>
                <a:gd name="connsiteY31" fmla="*/ 186982 h 608344"/>
                <a:gd name="connsiteX32" fmla="*/ 439054 w 510964"/>
                <a:gd name="connsiteY32" fmla="*/ 227506 h 608344"/>
                <a:gd name="connsiteX33" fmla="*/ 408809 w 510964"/>
                <a:gd name="connsiteY33" fmla="*/ 227506 h 608344"/>
                <a:gd name="connsiteX34" fmla="*/ 416198 w 510964"/>
                <a:gd name="connsiteY34" fmla="*/ 186982 h 608344"/>
                <a:gd name="connsiteX35" fmla="*/ 410878 w 510964"/>
                <a:gd name="connsiteY35" fmla="*/ 176851 h 608344"/>
                <a:gd name="connsiteX36" fmla="*/ 417479 w 510964"/>
                <a:gd name="connsiteY36" fmla="*/ 165736 h 608344"/>
                <a:gd name="connsiteX37" fmla="*/ 417479 w 510964"/>
                <a:gd name="connsiteY37" fmla="*/ 116950 h 608344"/>
                <a:gd name="connsiteX38" fmla="*/ 376397 w 510964"/>
                <a:gd name="connsiteY38" fmla="*/ 136818 h 608344"/>
                <a:gd name="connsiteX39" fmla="*/ 375905 w 510964"/>
                <a:gd name="connsiteY39" fmla="*/ 157277 h 608344"/>
                <a:gd name="connsiteX40" fmla="*/ 369107 w 510964"/>
                <a:gd name="connsiteY40" fmla="*/ 201834 h 608344"/>
                <a:gd name="connsiteX41" fmla="*/ 379845 w 510964"/>
                <a:gd name="connsiteY41" fmla="*/ 226719 h 608344"/>
                <a:gd name="connsiteX42" fmla="*/ 379747 w 510964"/>
                <a:gd name="connsiteY42" fmla="*/ 227014 h 608344"/>
                <a:gd name="connsiteX43" fmla="*/ 379845 w 510964"/>
                <a:gd name="connsiteY43" fmla="*/ 228490 h 608344"/>
                <a:gd name="connsiteX44" fmla="*/ 351768 w 510964"/>
                <a:gd name="connsiteY44" fmla="*/ 279342 h 608344"/>
                <a:gd name="connsiteX45" fmla="*/ 291969 w 510964"/>
                <a:gd name="connsiteY45" fmla="*/ 351833 h 608344"/>
                <a:gd name="connsiteX46" fmla="*/ 255517 w 510964"/>
                <a:gd name="connsiteY46" fmla="*/ 360095 h 608344"/>
                <a:gd name="connsiteX47" fmla="*/ 219066 w 510964"/>
                <a:gd name="connsiteY47" fmla="*/ 351833 h 608344"/>
                <a:gd name="connsiteX48" fmla="*/ 159267 w 510964"/>
                <a:gd name="connsiteY48" fmla="*/ 279342 h 608344"/>
                <a:gd name="connsiteX49" fmla="*/ 131190 w 510964"/>
                <a:gd name="connsiteY49" fmla="*/ 228490 h 608344"/>
                <a:gd name="connsiteX50" fmla="*/ 131190 w 510964"/>
                <a:gd name="connsiteY50" fmla="*/ 227014 h 608344"/>
                <a:gd name="connsiteX51" fmla="*/ 131190 w 510964"/>
                <a:gd name="connsiteY51" fmla="*/ 226719 h 608344"/>
                <a:gd name="connsiteX52" fmla="*/ 141830 w 510964"/>
                <a:gd name="connsiteY52" fmla="*/ 201834 h 608344"/>
                <a:gd name="connsiteX53" fmla="*/ 135032 w 510964"/>
                <a:gd name="connsiteY53" fmla="*/ 157277 h 608344"/>
                <a:gd name="connsiteX54" fmla="*/ 134539 w 510964"/>
                <a:gd name="connsiteY54" fmla="*/ 136818 h 608344"/>
                <a:gd name="connsiteX55" fmla="*/ 70011 w 510964"/>
                <a:gd name="connsiteY55" fmla="*/ 105245 h 608344"/>
                <a:gd name="connsiteX56" fmla="*/ 64002 w 510964"/>
                <a:gd name="connsiteY56" fmla="*/ 96786 h 608344"/>
                <a:gd name="connsiteX57" fmla="*/ 72080 w 510964"/>
                <a:gd name="connsiteY57" fmla="*/ 87048 h 608344"/>
                <a:gd name="connsiteX58" fmla="*/ 243006 w 510964"/>
                <a:gd name="connsiteY58" fmla="*/ 3639 h 608344"/>
                <a:gd name="connsiteX59" fmla="*/ 255517 w 510964"/>
                <a:gd name="connsiteY59" fmla="*/ 0 h 60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10964" h="608344">
                  <a:moveTo>
                    <a:pt x="172784" y="386345"/>
                  </a:moveTo>
                  <a:cubicBezTo>
                    <a:pt x="177217" y="386345"/>
                    <a:pt x="180960" y="389001"/>
                    <a:pt x="182733" y="392738"/>
                  </a:cubicBezTo>
                  <a:cubicBezTo>
                    <a:pt x="200169" y="421853"/>
                    <a:pt x="232480" y="506640"/>
                    <a:pt x="255039" y="508213"/>
                  </a:cubicBezTo>
                  <a:cubicBezTo>
                    <a:pt x="255236" y="508213"/>
                    <a:pt x="255334" y="508115"/>
                    <a:pt x="255531" y="508115"/>
                  </a:cubicBezTo>
                  <a:cubicBezTo>
                    <a:pt x="255630" y="508115"/>
                    <a:pt x="255827" y="508213"/>
                    <a:pt x="255925" y="508213"/>
                  </a:cubicBezTo>
                  <a:cubicBezTo>
                    <a:pt x="278484" y="506640"/>
                    <a:pt x="310795" y="421853"/>
                    <a:pt x="328231" y="392738"/>
                  </a:cubicBezTo>
                  <a:cubicBezTo>
                    <a:pt x="330004" y="389001"/>
                    <a:pt x="333846" y="386345"/>
                    <a:pt x="338278" y="386345"/>
                  </a:cubicBezTo>
                  <a:cubicBezTo>
                    <a:pt x="340249" y="386345"/>
                    <a:pt x="342120" y="386935"/>
                    <a:pt x="343795" y="387820"/>
                  </a:cubicBezTo>
                  <a:cubicBezTo>
                    <a:pt x="350099" y="391263"/>
                    <a:pt x="386942" y="413197"/>
                    <a:pt x="408023" y="420771"/>
                  </a:cubicBezTo>
                  <a:cubicBezTo>
                    <a:pt x="479047" y="446345"/>
                    <a:pt x="510964" y="472410"/>
                    <a:pt x="510964" y="490213"/>
                  </a:cubicBezTo>
                  <a:lnTo>
                    <a:pt x="510964" y="491984"/>
                  </a:lnTo>
                  <a:lnTo>
                    <a:pt x="510964" y="606672"/>
                  </a:lnTo>
                  <a:lnTo>
                    <a:pt x="510964" y="608344"/>
                  </a:lnTo>
                  <a:lnTo>
                    <a:pt x="255925" y="608344"/>
                  </a:lnTo>
                  <a:lnTo>
                    <a:pt x="255531" y="608344"/>
                  </a:lnTo>
                  <a:lnTo>
                    <a:pt x="255039" y="608344"/>
                  </a:lnTo>
                  <a:lnTo>
                    <a:pt x="0" y="608344"/>
                  </a:lnTo>
                  <a:lnTo>
                    <a:pt x="0" y="606672"/>
                  </a:lnTo>
                  <a:lnTo>
                    <a:pt x="0" y="491984"/>
                  </a:lnTo>
                  <a:lnTo>
                    <a:pt x="0" y="490213"/>
                  </a:lnTo>
                  <a:cubicBezTo>
                    <a:pt x="0" y="472410"/>
                    <a:pt x="31917" y="446345"/>
                    <a:pt x="102941" y="420771"/>
                  </a:cubicBezTo>
                  <a:cubicBezTo>
                    <a:pt x="124121" y="413197"/>
                    <a:pt x="160865" y="391263"/>
                    <a:pt x="167169" y="387820"/>
                  </a:cubicBezTo>
                  <a:cubicBezTo>
                    <a:pt x="168844" y="386935"/>
                    <a:pt x="170715" y="386345"/>
                    <a:pt x="172784" y="386345"/>
                  </a:cubicBezTo>
                  <a:close/>
                  <a:moveTo>
                    <a:pt x="255517" y="0"/>
                  </a:moveTo>
                  <a:cubicBezTo>
                    <a:pt x="258966" y="295"/>
                    <a:pt x="263005" y="1279"/>
                    <a:pt x="267931" y="3639"/>
                  </a:cubicBezTo>
                  <a:cubicBezTo>
                    <a:pt x="279260" y="9049"/>
                    <a:pt x="393933" y="65016"/>
                    <a:pt x="438857" y="87048"/>
                  </a:cubicBezTo>
                  <a:cubicBezTo>
                    <a:pt x="445162" y="90098"/>
                    <a:pt x="447526" y="93540"/>
                    <a:pt x="446935" y="96786"/>
                  </a:cubicBezTo>
                  <a:cubicBezTo>
                    <a:pt x="447427" y="99933"/>
                    <a:pt x="445162" y="102884"/>
                    <a:pt x="441024" y="105245"/>
                  </a:cubicBezTo>
                  <a:cubicBezTo>
                    <a:pt x="439448" y="106130"/>
                    <a:pt x="435605" y="108097"/>
                    <a:pt x="430483" y="110655"/>
                  </a:cubicBezTo>
                  <a:lnTo>
                    <a:pt x="430483" y="165736"/>
                  </a:lnTo>
                  <a:cubicBezTo>
                    <a:pt x="434325" y="167998"/>
                    <a:pt x="436985" y="172031"/>
                    <a:pt x="436985" y="176851"/>
                  </a:cubicBezTo>
                  <a:cubicBezTo>
                    <a:pt x="436985" y="181080"/>
                    <a:pt x="434817" y="184621"/>
                    <a:pt x="431665" y="186982"/>
                  </a:cubicBezTo>
                  <a:cubicBezTo>
                    <a:pt x="431665" y="186982"/>
                    <a:pt x="437576" y="220129"/>
                    <a:pt x="439054" y="227506"/>
                  </a:cubicBezTo>
                  <a:cubicBezTo>
                    <a:pt x="440630" y="234883"/>
                    <a:pt x="407036" y="236654"/>
                    <a:pt x="408809" y="227506"/>
                  </a:cubicBezTo>
                  <a:cubicBezTo>
                    <a:pt x="410582" y="218260"/>
                    <a:pt x="416198" y="186982"/>
                    <a:pt x="416198" y="186982"/>
                  </a:cubicBezTo>
                  <a:cubicBezTo>
                    <a:pt x="413045" y="184621"/>
                    <a:pt x="410878" y="181080"/>
                    <a:pt x="410878" y="176851"/>
                  </a:cubicBezTo>
                  <a:cubicBezTo>
                    <a:pt x="410878" y="172031"/>
                    <a:pt x="413636" y="167998"/>
                    <a:pt x="417479" y="165736"/>
                  </a:cubicBezTo>
                  <a:lnTo>
                    <a:pt x="417479" y="116950"/>
                  </a:lnTo>
                  <a:cubicBezTo>
                    <a:pt x="403588" y="123737"/>
                    <a:pt x="386938" y="131802"/>
                    <a:pt x="376397" y="136818"/>
                  </a:cubicBezTo>
                  <a:cubicBezTo>
                    <a:pt x="376299" y="144294"/>
                    <a:pt x="376200" y="157080"/>
                    <a:pt x="375905" y="157277"/>
                  </a:cubicBezTo>
                  <a:cubicBezTo>
                    <a:pt x="373836" y="175670"/>
                    <a:pt x="370191" y="196031"/>
                    <a:pt x="369107" y="201834"/>
                  </a:cubicBezTo>
                  <a:cubicBezTo>
                    <a:pt x="370880" y="202719"/>
                    <a:pt x="379845" y="208621"/>
                    <a:pt x="379845" y="226719"/>
                  </a:cubicBezTo>
                  <a:cubicBezTo>
                    <a:pt x="379845" y="226818"/>
                    <a:pt x="379747" y="226916"/>
                    <a:pt x="379747" y="227014"/>
                  </a:cubicBezTo>
                  <a:cubicBezTo>
                    <a:pt x="379845" y="227506"/>
                    <a:pt x="379845" y="227998"/>
                    <a:pt x="379845" y="228490"/>
                  </a:cubicBezTo>
                  <a:cubicBezTo>
                    <a:pt x="376003" y="278948"/>
                    <a:pt x="355906" y="257211"/>
                    <a:pt x="351768" y="279342"/>
                  </a:cubicBezTo>
                  <a:cubicBezTo>
                    <a:pt x="344872" y="316030"/>
                    <a:pt x="312263" y="342587"/>
                    <a:pt x="291969" y="351833"/>
                  </a:cubicBezTo>
                  <a:cubicBezTo>
                    <a:pt x="280245" y="357144"/>
                    <a:pt x="268128" y="359800"/>
                    <a:pt x="255517" y="360095"/>
                  </a:cubicBezTo>
                  <a:cubicBezTo>
                    <a:pt x="242809" y="359800"/>
                    <a:pt x="230790" y="357144"/>
                    <a:pt x="219066" y="351833"/>
                  </a:cubicBezTo>
                  <a:cubicBezTo>
                    <a:pt x="198772" y="342587"/>
                    <a:pt x="166163" y="316030"/>
                    <a:pt x="159267" y="279342"/>
                  </a:cubicBezTo>
                  <a:cubicBezTo>
                    <a:pt x="155129" y="257211"/>
                    <a:pt x="135032" y="278948"/>
                    <a:pt x="131190" y="228490"/>
                  </a:cubicBezTo>
                  <a:cubicBezTo>
                    <a:pt x="131190" y="227998"/>
                    <a:pt x="131190" y="227506"/>
                    <a:pt x="131190" y="227014"/>
                  </a:cubicBezTo>
                  <a:cubicBezTo>
                    <a:pt x="131190" y="226916"/>
                    <a:pt x="131190" y="226818"/>
                    <a:pt x="131190" y="226719"/>
                  </a:cubicBezTo>
                  <a:cubicBezTo>
                    <a:pt x="131190" y="208621"/>
                    <a:pt x="140056" y="202719"/>
                    <a:pt x="141830" y="201834"/>
                  </a:cubicBezTo>
                  <a:cubicBezTo>
                    <a:pt x="140844" y="196031"/>
                    <a:pt x="137199" y="175670"/>
                    <a:pt x="135032" y="157277"/>
                  </a:cubicBezTo>
                  <a:cubicBezTo>
                    <a:pt x="134835" y="157080"/>
                    <a:pt x="134638" y="144294"/>
                    <a:pt x="134539" y="136818"/>
                  </a:cubicBezTo>
                  <a:cubicBezTo>
                    <a:pt x="115427" y="127671"/>
                    <a:pt x="75824" y="108589"/>
                    <a:pt x="70011" y="105245"/>
                  </a:cubicBezTo>
                  <a:cubicBezTo>
                    <a:pt x="65775" y="102884"/>
                    <a:pt x="63608" y="99933"/>
                    <a:pt x="64002" y="96786"/>
                  </a:cubicBezTo>
                  <a:cubicBezTo>
                    <a:pt x="63509" y="93540"/>
                    <a:pt x="65775" y="90098"/>
                    <a:pt x="72080" y="87048"/>
                  </a:cubicBezTo>
                  <a:cubicBezTo>
                    <a:pt x="117102" y="65016"/>
                    <a:pt x="231677" y="9049"/>
                    <a:pt x="243006" y="3639"/>
                  </a:cubicBezTo>
                  <a:cubicBezTo>
                    <a:pt x="247932" y="1279"/>
                    <a:pt x="252069" y="295"/>
                    <a:pt x="255517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26" name="Group 57"/>
          <p:cNvGrpSpPr/>
          <p:nvPr/>
        </p:nvGrpSpPr>
        <p:grpSpPr>
          <a:xfrm>
            <a:off x="4332189" y="4677835"/>
            <a:ext cx="409972" cy="409972"/>
            <a:chOff x="669869" y="597304"/>
            <a:chExt cx="409972" cy="409972"/>
          </a:xfrm>
        </p:grpSpPr>
        <p:sp>
          <p:nvSpPr>
            <p:cNvPr id="27" name="íṥļîḓê"/>
            <p:cNvSpPr/>
            <p:nvPr/>
          </p:nvSpPr>
          <p:spPr>
            <a:xfrm>
              <a:off x="669869" y="597304"/>
              <a:ext cx="409972" cy="40997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8" name="íṥlíḓê"/>
            <p:cNvSpPr/>
            <p:nvPr/>
          </p:nvSpPr>
          <p:spPr>
            <a:xfrm>
              <a:off x="707772" y="635207"/>
              <a:ext cx="334166" cy="33416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9" name="ïśļiḑé"/>
            <p:cNvSpPr/>
            <p:nvPr/>
          </p:nvSpPr>
          <p:spPr>
            <a:xfrm>
              <a:off x="772090" y="699665"/>
              <a:ext cx="205530" cy="205249"/>
            </a:xfrm>
            <a:custGeom>
              <a:avLst/>
              <a:gdLst>
                <a:gd name="connsiteX0" fmla="*/ 530786 w 605520"/>
                <a:gd name="connsiteY0" fmla="*/ 338238 h 604693"/>
                <a:gd name="connsiteX1" fmla="*/ 605520 w 605520"/>
                <a:gd name="connsiteY1" fmla="*/ 604693 h 604693"/>
                <a:gd name="connsiteX2" fmla="*/ 338642 w 605520"/>
                <a:gd name="connsiteY2" fmla="*/ 530077 h 604693"/>
                <a:gd name="connsiteX3" fmla="*/ 172489 w 605520"/>
                <a:gd name="connsiteY3" fmla="*/ 125447 h 604693"/>
                <a:gd name="connsiteX4" fmla="*/ 143138 w 605520"/>
                <a:gd name="connsiteY4" fmla="*/ 137608 h 604693"/>
                <a:gd name="connsiteX5" fmla="*/ 143138 w 605520"/>
                <a:gd name="connsiteY5" fmla="*/ 196230 h 604693"/>
                <a:gd name="connsiteX6" fmla="*/ 201840 w 605520"/>
                <a:gd name="connsiteY6" fmla="*/ 196230 h 604693"/>
                <a:gd name="connsiteX7" fmla="*/ 201840 w 605520"/>
                <a:gd name="connsiteY7" fmla="*/ 137608 h 604693"/>
                <a:gd name="connsiteX8" fmla="*/ 172489 w 605520"/>
                <a:gd name="connsiteY8" fmla="*/ 125447 h 604693"/>
                <a:gd name="connsiteX9" fmla="*/ 128644 w 605520"/>
                <a:gd name="connsiteY9" fmla="*/ 174 h 604693"/>
                <a:gd name="connsiteX10" fmla="*/ 220575 w 605520"/>
                <a:gd name="connsiteY10" fmla="*/ 29719 h 604693"/>
                <a:gd name="connsiteX11" fmla="*/ 221200 w 605520"/>
                <a:gd name="connsiteY11" fmla="*/ 29095 h 604693"/>
                <a:gd name="connsiteX12" fmla="*/ 231816 w 605520"/>
                <a:gd name="connsiteY12" fmla="*/ 39697 h 604693"/>
                <a:gd name="connsiteX13" fmla="*/ 498684 w 605520"/>
                <a:gd name="connsiteY13" fmla="*/ 306197 h 604693"/>
                <a:gd name="connsiteX14" fmla="*/ 306548 w 605520"/>
                <a:gd name="connsiteY14" fmla="*/ 498069 h 604693"/>
                <a:gd name="connsiteX15" fmla="*/ 39680 w 605520"/>
                <a:gd name="connsiteY15" fmla="*/ 231569 h 604693"/>
                <a:gd name="connsiteX16" fmla="*/ 29063 w 605520"/>
                <a:gd name="connsiteY16" fmla="*/ 220967 h 604693"/>
                <a:gd name="connsiteX17" fmla="*/ 29688 w 605520"/>
                <a:gd name="connsiteY17" fmla="*/ 220344 h 604693"/>
                <a:gd name="connsiteX18" fmla="*/ 39680 w 605520"/>
                <a:gd name="connsiteY18" fmla="*/ 39697 h 604693"/>
                <a:gd name="connsiteX19" fmla="*/ 128644 w 605520"/>
                <a:gd name="connsiteY19" fmla="*/ 174 h 60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5520" h="604693">
                  <a:moveTo>
                    <a:pt x="530786" y="338238"/>
                  </a:moveTo>
                  <a:lnTo>
                    <a:pt x="605520" y="604693"/>
                  </a:lnTo>
                  <a:lnTo>
                    <a:pt x="338642" y="530077"/>
                  </a:lnTo>
                  <a:close/>
                  <a:moveTo>
                    <a:pt x="172489" y="125447"/>
                  </a:moveTo>
                  <a:cubicBezTo>
                    <a:pt x="161873" y="125447"/>
                    <a:pt x="151257" y="129501"/>
                    <a:pt x="143138" y="137608"/>
                  </a:cubicBezTo>
                  <a:cubicBezTo>
                    <a:pt x="126901" y="153822"/>
                    <a:pt x="126901" y="180223"/>
                    <a:pt x="143138" y="196230"/>
                  </a:cubicBezTo>
                  <a:cubicBezTo>
                    <a:pt x="159375" y="212444"/>
                    <a:pt x="185604" y="212444"/>
                    <a:pt x="201840" y="196230"/>
                  </a:cubicBezTo>
                  <a:cubicBezTo>
                    <a:pt x="218077" y="180223"/>
                    <a:pt x="218077" y="153822"/>
                    <a:pt x="201840" y="137608"/>
                  </a:cubicBezTo>
                  <a:cubicBezTo>
                    <a:pt x="193722" y="129501"/>
                    <a:pt x="183106" y="125447"/>
                    <a:pt x="172489" y="125447"/>
                  </a:cubicBezTo>
                  <a:close/>
                  <a:moveTo>
                    <a:pt x="128644" y="174"/>
                  </a:moveTo>
                  <a:cubicBezTo>
                    <a:pt x="160988" y="-1463"/>
                    <a:pt x="193826" y="8412"/>
                    <a:pt x="220575" y="29719"/>
                  </a:cubicBezTo>
                  <a:lnTo>
                    <a:pt x="221200" y="29095"/>
                  </a:lnTo>
                  <a:lnTo>
                    <a:pt x="231816" y="39697"/>
                  </a:lnTo>
                  <a:lnTo>
                    <a:pt x="498684" y="306197"/>
                  </a:lnTo>
                  <a:lnTo>
                    <a:pt x="306548" y="498069"/>
                  </a:lnTo>
                  <a:lnTo>
                    <a:pt x="39680" y="231569"/>
                  </a:lnTo>
                  <a:lnTo>
                    <a:pt x="29063" y="220967"/>
                  </a:lnTo>
                  <a:lnTo>
                    <a:pt x="29688" y="220344"/>
                  </a:lnTo>
                  <a:cubicBezTo>
                    <a:pt x="-12986" y="167127"/>
                    <a:pt x="-9655" y="89172"/>
                    <a:pt x="39680" y="39697"/>
                  </a:cubicBezTo>
                  <a:cubicBezTo>
                    <a:pt x="64452" y="14960"/>
                    <a:pt x="96301" y="1811"/>
                    <a:pt x="128644" y="174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30" name="Group 62"/>
          <p:cNvGrpSpPr/>
          <p:nvPr/>
        </p:nvGrpSpPr>
        <p:grpSpPr>
          <a:xfrm>
            <a:off x="4332189" y="5428152"/>
            <a:ext cx="409972" cy="409972"/>
            <a:chOff x="669869" y="597304"/>
            <a:chExt cx="409972" cy="409972"/>
          </a:xfrm>
        </p:grpSpPr>
        <p:sp>
          <p:nvSpPr>
            <p:cNvPr id="31" name="íṥļîḓê"/>
            <p:cNvSpPr/>
            <p:nvPr/>
          </p:nvSpPr>
          <p:spPr>
            <a:xfrm>
              <a:off x="669869" y="597304"/>
              <a:ext cx="409972" cy="409972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2" name="íṥlíḓê"/>
            <p:cNvSpPr/>
            <p:nvPr/>
          </p:nvSpPr>
          <p:spPr>
            <a:xfrm>
              <a:off x="707772" y="635207"/>
              <a:ext cx="334166" cy="33416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3" name="ïśļiḑé"/>
            <p:cNvSpPr/>
            <p:nvPr/>
          </p:nvSpPr>
          <p:spPr>
            <a:xfrm>
              <a:off x="772090" y="721511"/>
              <a:ext cx="205530" cy="161557"/>
            </a:xfrm>
            <a:custGeom>
              <a:avLst/>
              <a:gdLst>
                <a:gd name="connsiteX0" fmla="*/ 143567 w 609234"/>
                <a:gd name="connsiteY0" fmla="*/ 248353 h 478890"/>
                <a:gd name="connsiteX1" fmla="*/ 230417 w 609234"/>
                <a:gd name="connsiteY1" fmla="*/ 335123 h 478890"/>
                <a:gd name="connsiteX2" fmla="*/ 184980 w 609234"/>
                <a:gd name="connsiteY2" fmla="*/ 411359 h 478890"/>
                <a:gd name="connsiteX3" fmla="*/ 131889 w 609234"/>
                <a:gd name="connsiteY3" fmla="*/ 376622 h 478890"/>
                <a:gd name="connsiteX4" fmla="*/ 114617 w 609234"/>
                <a:gd name="connsiteY4" fmla="*/ 340120 h 478890"/>
                <a:gd name="connsiteX5" fmla="*/ 99848 w 609234"/>
                <a:gd name="connsiteY5" fmla="*/ 297544 h 478890"/>
                <a:gd name="connsiteX6" fmla="*/ 81595 w 609234"/>
                <a:gd name="connsiteY6" fmla="*/ 274320 h 478890"/>
                <a:gd name="connsiteX7" fmla="*/ 143567 w 609234"/>
                <a:gd name="connsiteY7" fmla="*/ 248353 h 478890"/>
                <a:gd name="connsiteX8" fmla="*/ 468037 w 609234"/>
                <a:gd name="connsiteY8" fmla="*/ 247718 h 478890"/>
                <a:gd name="connsiteX9" fmla="*/ 554948 w 609234"/>
                <a:gd name="connsiteY9" fmla="*/ 334439 h 478890"/>
                <a:gd name="connsiteX10" fmla="*/ 509505 w 609234"/>
                <a:gd name="connsiteY10" fmla="*/ 410724 h 478890"/>
                <a:gd name="connsiteX11" fmla="*/ 456357 w 609234"/>
                <a:gd name="connsiteY11" fmla="*/ 375938 h 478890"/>
                <a:gd name="connsiteX12" fmla="*/ 439082 w 609234"/>
                <a:gd name="connsiteY12" fmla="*/ 339485 h 478890"/>
                <a:gd name="connsiteX13" fmla="*/ 424360 w 609234"/>
                <a:gd name="connsiteY13" fmla="*/ 296860 h 478890"/>
                <a:gd name="connsiteX14" fmla="*/ 406055 w 609234"/>
                <a:gd name="connsiteY14" fmla="*/ 273685 h 478890"/>
                <a:gd name="connsiteX15" fmla="*/ 468037 w 609234"/>
                <a:gd name="connsiteY15" fmla="*/ 247718 h 478890"/>
                <a:gd name="connsiteX16" fmla="*/ 466641 w 609234"/>
                <a:gd name="connsiteY16" fmla="*/ 224404 h 478890"/>
                <a:gd name="connsiteX17" fmla="*/ 355746 w 609234"/>
                <a:gd name="connsiteY17" fmla="*/ 335135 h 478890"/>
                <a:gd name="connsiteX18" fmla="*/ 466641 w 609234"/>
                <a:gd name="connsiteY18" fmla="*/ 445818 h 478890"/>
                <a:gd name="connsiteX19" fmla="*/ 577487 w 609234"/>
                <a:gd name="connsiteY19" fmla="*/ 335135 h 478890"/>
                <a:gd name="connsiteX20" fmla="*/ 466641 w 609234"/>
                <a:gd name="connsiteY20" fmla="*/ 224404 h 478890"/>
                <a:gd name="connsiteX21" fmla="*/ 143574 w 609234"/>
                <a:gd name="connsiteY21" fmla="*/ 224404 h 478890"/>
                <a:gd name="connsiteX22" fmla="*/ 32680 w 609234"/>
                <a:gd name="connsiteY22" fmla="*/ 335135 h 478890"/>
                <a:gd name="connsiteX23" fmla="*/ 143574 w 609234"/>
                <a:gd name="connsiteY23" fmla="*/ 445818 h 478890"/>
                <a:gd name="connsiteX24" fmla="*/ 254420 w 609234"/>
                <a:gd name="connsiteY24" fmla="*/ 335135 h 478890"/>
                <a:gd name="connsiteX25" fmla="*/ 143574 w 609234"/>
                <a:gd name="connsiteY25" fmla="*/ 224404 h 478890"/>
                <a:gd name="connsiteX26" fmla="*/ 197893 w 609234"/>
                <a:gd name="connsiteY26" fmla="*/ 2 h 478890"/>
                <a:gd name="connsiteX27" fmla="*/ 287983 w 609234"/>
                <a:gd name="connsiteY27" fmla="*/ 90498 h 478890"/>
                <a:gd name="connsiteX28" fmla="*/ 287983 w 609234"/>
                <a:gd name="connsiteY28" fmla="*/ 126216 h 478890"/>
                <a:gd name="connsiteX29" fmla="*/ 304617 w 609234"/>
                <a:gd name="connsiteY29" fmla="*/ 124599 h 478890"/>
                <a:gd name="connsiteX30" fmla="*/ 321251 w 609234"/>
                <a:gd name="connsiteY30" fmla="*/ 126216 h 478890"/>
                <a:gd name="connsiteX31" fmla="*/ 321251 w 609234"/>
                <a:gd name="connsiteY31" fmla="*/ 90498 h 478890"/>
                <a:gd name="connsiteX32" fmla="*/ 411341 w 609234"/>
                <a:gd name="connsiteY32" fmla="*/ 2 h 478890"/>
                <a:gd name="connsiteX33" fmla="*/ 492402 w 609234"/>
                <a:gd name="connsiteY33" fmla="*/ 53114 h 478890"/>
                <a:gd name="connsiteX34" fmla="*/ 504326 w 609234"/>
                <a:gd name="connsiteY34" fmla="*/ 79768 h 478890"/>
                <a:gd name="connsiteX35" fmla="*/ 594612 w 609234"/>
                <a:gd name="connsiteY35" fmla="*/ 271930 h 478890"/>
                <a:gd name="connsiteX36" fmla="*/ 609234 w 609234"/>
                <a:gd name="connsiteY36" fmla="*/ 335576 h 478890"/>
                <a:gd name="connsiteX37" fmla="*/ 465218 w 609234"/>
                <a:gd name="connsiteY37" fmla="*/ 478890 h 478890"/>
                <a:gd name="connsiteX38" fmla="*/ 321251 w 609234"/>
                <a:gd name="connsiteY38" fmla="*/ 335086 h 478890"/>
                <a:gd name="connsiteX39" fmla="*/ 321251 w 609234"/>
                <a:gd name="connsiteY39" fmla="*/ 252430 h 478890"/>
                <a:gd name="connsiteX40" fmla="*/ 304617 w 609234"/>
                <a:gd name="connsiteY40" fmla="*/ 252332 h 478890"/>
                <a:gd name="connsiteX41" fmla="*/ 287983 w 609234"/>
                <a:gd name="connsiteY41" fmla="*/ 252430 h 478890"/>
                <a:gd name="connsiteX42" fmla="*/ 287983 w 609234"/>
                <a:gd name="connsiteY42" fmla="*/ 335086 h 478890"/>
                <a:gd name="connsiteX43" fmla="*/ 143967 w 609234"/>
                <a:gd name="connsiteY43" fmla="*/ 478890 h 478890"/>
                <a:gd name="connsiteX44" fmla="*/ 0 w 609234"/>
                <a:gd name="connsiteY44" fmla="*/ 335576 h 478890"/>
                <a:gd name="connsiteX45" fmla="*/ 14622 w 609234"/>
                <a:gd name="connsiteY45" fmla="*/ 271930 h 478890"/>
                <a:gd name="connsiteX46" fmla="*/ 104908 w 609234"/>
                <a:gd name="connsiteY46" fmla="*/ 79768 h 478890"/>
                <a:gd name="connsiteX47" fmla="*/ 116832 w 609234"/>
                <a:gd name="connsiteY47" fmla="*/ 53114 h 478890"/>
                <a:gd name="connsiteX48" fmla="*/ 197893 w 609234"/>
                <a:gd name="connsiteY48" fmla="*/ 2 h 47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9234" h="478890">
                  <a:moveTo>
                    <a:pt x="143567" y="248353"/>
                  </a:moveTo>
                  <a:cubicBezTo>
                    <a:pt x="191506" y="248353"/>
                    <a:pt x="230417" y="287206"/>
                    <a:pt x="230417" y="335123"/>
                  </a:cubicBezTo>
                  <a:cubicBezTo>
                    <a:pt x="230417" y="368048"/>
                    <a:pt x="212066" y="396661"/>
                    <a:pt x="184980" y="411359"/>
                  </a:cubicBezTo>
                  <a:cubicBezTo>
                    <a:pt x="163979" y="406117"/>
                    <a:pt x="145236" y="394015"/>
                    <a:pt x="131889" y="376622"/>
                  </a:cubicBezTo>
                  <a:cubicBezTo>
                    <a:pt x="123842" y="366137"/>
                    <a:pt x="118494" y="353153"/>
                    <a:pt x="114617" y="340120"/>
                  </a:cubicBezTo>
                  <a:cubicBezTo>
                    <a:pt x="110300" y="325716"/>
                    <a:pt x="106767" y="310968"/>
                    <a:pt x="99848" y="297544"/>
                  </a:cubicBezTo>
                  <a:cubicBezTo>
                    <a:pt x="95236" y="288529"/>
                    <a:pt x="89200" y="280543"/>
                    <a:pt x="81595" y="274320"/>
                  </a:cubicBezTo>
                  <a:cubicBezTo>
                    <a:pt x="97346" y="258299"/>
                    <a:pt x="119279" y="248353"/>
                    <a:pt x="143567" y="248353"/>
                  </a:cubicBezTo>
                  <a:close/>
                  <a:moveTo>
                    <a:pt x="468037" y="247718"/>
                  </a:moveTo>
                  <a:cubicBezTo>
                    <a:pt x="516032" y="247718"/>
                    <a:pt x="554948" y="286571"/>
                    <a:pt x="554948" y="334439"/>
                  </a:cubicBezTo>
                  <a:cubicBezTo>
                    <a:pt x="554948" y="367364"/>
                    <a:pt x="536545" y="396026"/>
                    <a:pt x="509505" y="410724"/>
                  </a:cubicBezTo>
                  <a:cubicBezTo>
                    <a:pt x="488452" y="405433"/>
                    <a:pt x="469705" y="393380"/>
                    <a:pt x="456357" y="375938"/>
                  </a:cubicBezTo>
                  <a:cubicBezTo>
                    <a:pt x="448358" y="365453"/>
                    <a:pt x="443008" y="352469"/>
                    <a:pt x="439082" y="339485"/>
                  </a:cubicBezTo>
                  <a:cubicBezTo>
                    <a:pt x="434813" y="325032"/>
                    <a:pt x="431279" y="310333"/>
                    <a:pt x="424360" y="296860"/>
                  </a:cubicBezTo>
                  <a:cubicBezTo>
                    <a:pt x="419747" y="287894"/>
                    <a:pt x="413662" y="279908"/>
                    <a:pt x="406055" y="273685"/>
                  </a:cubicBezTo>
                  <a:cubicBezTo>
                    <a:pt x="421857" y="257664"/>
                    <a:pt x="443794" y="247718"/>
                    <a:pt x="468037" y="247718"/>
                  </a:cubicBezTo>
                  <a:close/>
                  <a:moveTo>
                    <a:pt x="466641" y="224404"/>
                  </a:moveTo>
                  <a:cubicBezTo>
                    <a:pt x="405404" y="224404"/>
                    <a:pt x="355746" y="273988"/>
                    <a:pt x="355746" y="335135"/>
                  </a:cubicBezTo>
                  <a:cubicBezTo>
                    <a:pt x="355746" y="396283"/>
                    <a:pt x="405404" y="445818"/>
                    <a:pt x="466641" y="445818"/>
                  </a:cubicBezTo>
                  <a:cubicBezTo>
                    <a:pt x="527878" y="445818"/>
                    <a:pt x="577487" y="396283"/>
                    <a:pt x="577487" y="335135"/>
                  </a:cubicBezTo>
                  <a:cubicBezTo>
                    <a:pt x="577487" y="273988"/>
                    <a:pt x="527878" y="224404"/>
                    <a:pt x="466641" y="224404"/>
                  </a:cubicBezTo>
                  <a:close/>
                  <a:moveTo>
                    <a:pt x="143574" y="224404"/>
                  </a:moveTo>
                  <a:cubicBezTo>
                    <a:pt x="82337" y="224404"/>
                    <a:pt x="32680" y="273988"/>
                    <a:pt x="32680" y="335135"/>
                  </a:cubicBezTo>
                  <a:cubicBezTo>
                    <a:pt x="32680" y="396283"/>
                    <a:pt x="82337" y="445818"/>
                    <a:pt x="143574" y="445818"/>
                  </a:cubicBezTo>
                  <a:cubicBezTo>
                    <a:pt x="204812" y="445818"/>
                    <a:pt x="254420" y="396283"/>
                    <a:pt x="254420" y="335135"/>
                  </a:cubicBezTo>
                  <a:cubicBezTo>
                    <a:pt x="254420" y="273988"/>
                    <a:pt x="204812" y="224404"/>
                    <a:pt x="143574" y="224404"/>
                  </a:cubicBezTo>
                  <a:close/>
                  <a:moveTo>
                    <a:pt x="197893" y="2"/>
                  </a:moveTo>
                  <a:cubicBezTo>
                    <a:pt x="247452" y="-390"/>
                    <a:pt x="287983" y="41012"/>
                    <a:pt x="287983" y="90498"/>
                  </a:cubicBezTo>
                  <a:lnTo>
                    <a:pt x="287983" y="126216"/>
                  </a:lnTo>
                  <a:cubicBezTo>
                    <a:pt x="293380" y="125187"/>
                    <a:pt x="298925" y="124599"/>
                    <a:pt x="304617" y="124599"/>
                  </a:cubicBezTo>
                  <a:cubicBezTo>
                    <a:pt x="310309" y="124599"/>
                    <a:pt x="315854" y="125187"/>
                    <a:pt x="321251" y="126216"/>
                  </a:cubicBezTo>
                  <a:lnTo>
                    <a:pt x="321251" y="90498"/>
                  </a:lnTo>
                  <a:cubicBezTo>
                    <a:pt x="321251" y="41012"/>
                    <a:pt x="361782" y="-390"/>
                    <a:pt x="411341" y="2"/>
                  </a:cubicBezTo>
                  <a:cubicBezTo>
                    <a:pt x="447553" y="296"/>
                    <a:pt x="478565" y="22050"/>
                    <a:pt x="492402" y="53114"/>
                  </a:cubicBezTo>
                  <a:cubicBezTo>
                    <a:pt x="496327" y="62031"/>
                    <a:pt x="500155" y="70948"/>
                    <a:pt x="504326" y="79768"/>
                  </a:cubicBezTo>
                  <a:lnTo>
                    <a:pt x="594612" y="271930"/>
                  </a:lnTo>
                  <a:cubicBezTo>
                    <a:pt x="604033" y="291137"/>
                    <a:pt x="609283" y="312744"/>
                    <a:pt x="609234" y="335576"/>
                  </a:cubicBezTo>
                  <a:cubicBezTo>
                    <a:pt x="608940" y="414901"/>
                    <a:pt x="544709" y="478890"/>
                    <a:pt x="465218" y="478890"/>
                  </a:cubicBezTo>
                  <a:cubicBezTo>
                    <a:pt x="385727" y="478890"/>
                    <a:pt x="321251" y="414509"/>
                    <a:pt x="321251" y="335086"/>
                  </a:cubicBezTo>
                  <a:lnTo>
                    <a:pt x="321251" y="252430"/>
                  </a:lnTo>
                  <a:cubicBezTo>
                    <a:pt x="315854" y="252283"/>
                    <a:pt x="310309" y="252332"/>
                    <a:pt x="304617" y="252332"/>
                  </a:cubicBezTo>
                  <a:cubicBezTo>
                    <a:pt x="298925" y="252332"/>
                    <a:pt x="293380" y="252283"/>
                    <a:pt x="287983" y="252430"/>
                  </a:cubicBezTo>
                  <a:lnTo>
                    <a:pt x="287983" y="335086"/>
                  </a:lnTo>
                  <a:cubicBezTo>
                    <a:pt x="287983" y="414509"/>
                    <a:pt x="223507" y="478890"/>
                    <a:pt x="143967" y="478890"/>
                  </a:cubicBezTo>
                  <a:cubicBezTo>
                    <a:pt x="64525" y="478890"/>
                    <a:pt x="245" y="414901"/>
                    <a:pt x="0" y="335576"/>
                  </a:cubicBezTo>
                  <a:cubicBezTo>
                    <a:pt x="-49" y="312744"/>
                    <a:pt x="5201" y="291137"/>
                    <a:pt x="14622" y="271930"/>
                  </a:cubicBezTo>
                  <a:lnTo>
                    <a:pt x="104908" y="79768"/>
                  </a:lnTo>
                  <a:cubicBezTo>
                    <a:pt x="109030" y="70948"/>
                    <a:pt x="112907" y="62031"/>
                    <a:pt x="116832" y="53114"/>
                  </a:cubicBezTo>
                  <a:cubicBezTo>
                    <a:pt x="130620" y="22050"/>
                    <a:pt x="161681" y="296"/>
                    <a:pt x="197893" y="2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4938356" y="2937082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占位符 46" descr="图片包含 地板, 西装, 领带, 站立&#10;&#10;自动生成的说明"/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7" t="12077" r="38429" b="26693"/>
          <a:stretch>
            <a:fillRect/>
          </a:stretch>
        </p:blipFill>
        <p:spPr>
          <a:xfrm>
            <a:off x="5792230" y="1461189"/>
            <a:ext cx="1908733" cy="3364810"/>
          </a:xfrm>
        </p:spPr>
      </p:pic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可能你还会用到这些介绍内容→介绍</a:t>
            </a:r>
            <a:r>
              <a:rPr lang="en-US" altLang="zh-CN" dirty="0"/>
              <a:t>++</a:t>
            </a:r>
            <a:r>
              <a:rPr lang="zh-CN" altLang="en-US" dirty="0"/>
              <a:t>✪团队介绍</a:t>
            </a:r>
            <a:r>
              <a:rPr lang="en-US" altLang="zh-CN" dirty="0"/>
              <a:t>01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zh-CN" altLang="en-US" dirty="0"/>
              <a:t>课题团队成员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zh-CN" altLang="en-US" dirty="0"/>
              <a:t>研究中心已经形成了较为成熟的研究团队，旨在打造一个开放、包容、和谐的学术共同体，为国内社会文化地理学添砖加瓦</a:t>
            </a:r>
          </a:p>
        </p:txBody>
      </p:sp>
      <p:pic>
        <p:nvPicPr>
          <p:cNvPr id="39" name="图片占位符 38" descr="图片包含 户外, 树, 地面, 建筑物&#10;&#10;自动生成的说明"/>
          <p:cNvPicPr>
            <a:picLocks noGrp="1" noChangeAspect="1"/>
          </p:cNvPicPr>
          <p:nvPr>
            <p:ph type="pic" sz="quarter" idx="3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8" t="36532" r="33182" b="18227"/>
          <a:stretch>
            <a:fillRect/>
          </a:stretch>
        </p:blipFill>
        <p:spPr>
          <a:xfrm>
            <a:off x="7700964" y="1461189"/>
            <a:ext cx="1908733" cy="3364810"/>
          </a:xfrm>
        </p:spPr>
      </p:pic>
      <p:pic>
        <p:nvPicPr>
          <p:cNvPr id="35" name="图片占位符 34" descr="图片包含 建筑物, 西装, 人员, 男士&#10;&#10;自动生成的说明"/>
          <p:cNvPicPr>
            <a:picLocks noGrp="1" noChangeAspect="1"/>
          </p:cNvPicPr>
          <p:nvPr>
            <p:ph type="pic" sz="quarter" idx="33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02" t="649" r="37774" b="14964"/>
          <a:stretch>
            <a:fillRect/>
          </a:stretch>
        </p:blipFill>
        <p:spPr>
          <a:xfrm>
            <a:off x="9609697" y="1461189"/>
            <a:ext cx="1908733" cy="3364810"/>
          </a:xfrm>
        </p:spPr>
      </p:pic>
      <p:sp>
        <p:nvSpPr>
          <p:cNvPr id="10" name="文本占位符 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可能你还会用到这些介绍内容→介绍</a:t>
            </a:r>
            <a:r>
              <a:rPr lang="en-US" altLang="zh-CN" dirty="0"/>
              <a:t>++</a:t>
            </a:r>
            <a:r>
              <a:rPr lang="zh-CN" altLang="en-US" dirty="0"/>
              <a:t>✪团队介绍</a:t>
            </a:r>
            <a:r>
              <a:rPr lang="en-US" altLang="zh-CN" dirty="0"/>
              <a:t>02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zh-CN" altLang="en-US" dirty="0"/>
              <a:t>课题团队成员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旨在打造一个开放、包容、和谐的学术共同体，为国内社会文化地理学添砖加瓦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pic>
        <p:nvPicPr>
          <p:cNvPr id="79" name="图片占位符 78" descr="图片包含 地板, 西装, 领带, 站立&#10;&#10;自动生成的说明"/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9" t="15475" r="35239" b="50000"/>
          <a:stretch>
            <a:fillRect/>
          </a:stretch>
        </p:blipFill>
        <p:spPr>
          <a:xfrm>
            <a:off x="669868" y="3062205"/>
            <a:ext cx="2702712" cy="2106578"/>
          </a:xfrm>
        </p:spPr>
      </p:pic>
      <p:pic>
        <p:nvPicPr>
          <p:cNvPr id="81" name="图片占位符 80" descr="图片包含 户外, 树, 地面, 建筑物&#10;&#10;自动生成的说明"/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5" t="38356" r="28951" b="35582"/>
          <a:stretch>
            <a:fillRect/>
          </a:stretch>
        </p:blipFill>
        <p:spPr>
          <a:xfrm>
            <a:off x="3382047" y="3062205"/>
            <a:ext cx="2702712" cy="2106578"/>
          </a:xfrm>
        </p:spPr>
      </p:pic>
      <p:pic>
        <p:nvPicPr>
          <p:cNvPr id="83" name="图片占位符 82" descr="图片包含 建筑物, 西装, 人员, 男士&#10;&#10;自动生成的说明"/>
          <p:cNvPicPr>
            <a:picLocks noGrp="1" noChangeAspect="1"/>
          </p:cNvPicPr>
          <p:nvPr>
            <p:ph type="pic" sz="quarter" idx="44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0" t="4654" r="33971" b="51726"/>
          <a:stretch>
            <a:fillRect/>
          </a:stretch>
        </p:blipFill>
        <p:spPr>
          <a:xfrm>
            <a:off x="6094226" y="3062205"/>
            <a:ext cx="2702712" cy="2106578"/>
          </a:xfrm>
        </p:spPr>
      </p:pic>
      <p:pic>
        <p:nvPicPr>
          <p:cNvPr id="93" name="图片占位符 92" descr="图片包含 人员, 墙壁, 地面, 站立&#10;&#10;自动生成的说明"/>
          <p:cNvPicPr>
            <a:picLocks noGrp="1" noChangeAspect="1"/>
          </p:cNvPicPr>
          <p:nvPr>
            <p:ph type="pic" sz="quarter" idx="4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4" t="13753" r="18416" b="53909"/>
          <a:stretch>
            <a:fillRect/>
          </a:stretch>
        </p:blipFill>
        <p:spPr>
          <a:xfrm>
            <a:off x="8806405" y="3062205"/>
            <a:ext cx="2702712" cy="210657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1"/>
          <p:cNvSpPr/>
          <p:nvPr/>
        </p:nvSpPr>
        <p:spPr>
          <a:xfrm>
            <a:off x="6348822" y="2832643"/>
            <a:ext cx="2325868" cy="3177370"/>
          </a:xfrm>
          <a:prstGeom prst="roundRect">
            <a:avLst>
              <a:gd name="adj" fmla="val 582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0" name="矩形 1"/>
          <p:cNvSpPr/>
          <p:nvPr/>
        </p:nvSpPr>
        <p:spPr>
          <a:xfrm>
            <a:off x="9191058" y="2832643"/>
            <a:ext cx="2325868" cy="3177370"/>
          </a:xfrm>
          <a:prstGeom prst="roundRect">
            <a:avLst>
              <a:gd name="adj" fmla="val 582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01.1</a:t>
            </a:r>
            <a:r>
              <a:rPr lang="zh-CN" altLang="en-US" dirty="0">
                <a:ea typeface="+mn-ea"/>
                <a:cs typeface="+mn-ea"/>
              </a:rPr>
              <a:t>✪并列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sp>
        <p:nvSpPr>
          <p:cNvPr id="2" name="矩形 1"/>
          <p:cNvSpPr/>
          <p:nvPr/>
        </p:nvSpPr>
        <p:spPr>
          <a:xfrm>
            <a:off x="660400" y="2832643"/>
            <a:ext cx="2325868" cy="3177370"/>
          </a:xfrm>
          <a:prstGeom prst="roundRect">
            <a:avLst>
              <a:gd name="adj" fmla="val 582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83" name="矩形 1"/>
          <p:cNvSpPr/>
          <p:nvPr/>
        </p:nvSpPr>
        <p:spPr>
          <a:xfrm>
            <a:off x="675074" y="3347331"/>
            <a:ext cx="2325868" cy="445145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339404" y="2606954"/>
            <a:ext cx="2656282" cy="3628748"/>
          </a:xfrm>
          <a:prstGeom prst="roundRect">
            <a:avLst>
              <a:gd name="adj" fmla="val 672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cs typeface="+mn-ea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1455581" y="2937160"/>
            <a:ext cx="735506" cy="735506"/>
            <a:chOff x="1455581" y="3061247"/>
            <a:chExt cx="735506" cy="735506"/>
          </a:xfrm>
        </p:grpSpPr>
        <p:sp>
          <p:nvSpPr>
            <p:cNvPr id="46" name="íṥļîḓê"/>
            <p:cNvSpPr/>
            <p:nvPr/>
          </p:nvSpPr>
          <p:spPr>
            <a:xfrm>
              <a:off x="1455581" y="3061247"/>
              <a:ext cx="735506" cy="7355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7" name="íṥlíḓê"/>
            <p:cNvSpPr/>
            <p:nvPr/>
          </p:nvSpPr>
          <p:spPr>
            <a:xfrm>
              <a:off x="1500411" y="3106185"/>
              <a:ext cx="645847" cy="64584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8" name="ïśļiḑé"/>
            <p:cNvSpPr/>
            <p:nvPr/>
          </p:nvSpPr>
          <p:spPr>
            <a:xfrm>
              <a:off x="1661726" y="3230492"/>
              <a:ext cx="323216" cy="397229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87" name="矩形 1"/>
          <p:cNvSpPr/>
          <p:nvPr/>
        </p:nvSpPr>
        <p:spPr>
          <a:xfrm>
            <a:off x="6350603" y="3347331"/>
            <a:ext cx="2325868" cy="445145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7131110" y="2937160"/>
            <a:ext cx="735506" cy="735506"/>
            <a:chOff x="1455581" y="3061247"/>
            <a:chExt cx="735506" cy="735506"/>
          </a:xfrm>
        </p:grpSpPr>
        <p:sp>
          <p:nvSpPr>
            <p:cNvPr id="89" name="íṥļîḓê"/>
            <p:cNvSpPr/>
            <p:nvPr/>
          </p:nvSpPr>
          <p:spPr>
            <a:xfrm>
              <a:off x="1455581" y="3061247"/>
              <a:ext cx="735506" cy="7355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0" name="íṥlíḓê"/>
            <p:cNvSpPr/>
            <p:nvPr/>
          </p:nvSpPr>
          <p:spPr>
            <a:xfrm>
              <a:off x="1500411" y="3106185"/>
              <a:ext cx="645847" cy="64584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1" name="ïśļiḑé"/>
            <p:cNvSpPr/>
            <p:nvPr/>
          </p:nvSpPr>
          <p:spPr>
            <a:xfrm>
              <a:off x="1661726" y="3230492"/>
              <a:ext cx="323216" cy="397229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92" name="矩形 1"/>
          <p:cNvSpPr/>
          <p:nvPr/>
        </p:nvSpPr>
        <p:spPr>
          <a:xfrm>
            <a:off x="9205732" y="3347331"/>
            <a:ext cx="2325868" cy="445145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9986239" y="2937160"/>
            <a:ext cx="735506" cy="735506"/>
            <a:chOff x="1455581" y="3061247"/>
            <a:chExt cx="735506" cy="735506"/>
          </a:xfrm>
        </p:grpSpPr>
        <p:sp>
          <p:nvSpPr>
            <p:cNvPr id="94" name="íṥļîḓê"/>
            <p:cNvSpPr/>
            <p:nvPr/>
          </p:nvSpPr>
          <p:spPr>
            <a:xfrm>
              <a:off x="1455581" y="3061247"/>
              <a:ext cx="735506" cy="7355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5" name="íṥlíḓê"/>
            <p:cNvSpPr/>
            <p:nvPr/>
          </p:nvSpPr>
          <p:spPr>
            <a:xfrm>
              <a:off x="1500411" y="3106185"/>
              <a:ext cx="645847" cy="64584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6" name="ïśļiḑé"/>
            <p:cNvSpPr/>
            <p:nvPr/>
          </p:nvSpPr>
          <p:spPr>
            <a:xfrm>
              <a:off x="1661726" y="3230492"/>
              <a:ext cx="323216" cy="397229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97" name="矩形 1"/>
          <p:cNvSpPr/>
          <p:nvPr/>
        </p:nvSpPr>
        <p:spPr>
          <a:xfrm>
            <a:off x="3354078" y="3304914"/>
            <a:ext cx="2641608" cy="57004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4244932" y="2724674"/>
            <a:ext cx="845230" cy="845230"/>
            <a:chOff x="4244932" y="2848761"/>
            <a:chExt cx="845230" cy="845230"/>
          </a:xfrm>
        </p:grpSpPr>
        <p:sp>
          <p:nvSpPr>
            <p:cNvPr id="49" name="íṥļîḓê"/>
            <p:cNvSpPr/>
            <p:nvPr/>
          </p:nvSpPr>
          <p:spPr>
            <a:xfrm>
              <a:off x="4244932" y="2848761"/>
              <a:ext cx="845230" cy="84523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50" name="íṥlíḓê"/>
            <p:cNvSpPr/>
            <p:nvPr/>
          </p:nvSpPr>
          <p:spPr>
            <a:xfrm>
              <a:off x="4296449" y="2900405"/>
              <a:ext cx="742195" cy="742193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51" name="ïśļiḑé"/>
            <p:cNvSpPr/>
            <p:nvPr/>
          </p:nvSpPr>
          <p:spPr>
            <a:xfrm>
              <a:off x="4481828" y="3043258"/>
              <a:ext cx="371434" cy="456488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780684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903468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469106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9311342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3747679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a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6578997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a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9434126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a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3624895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82" name="矩形 1"/>
          <p:cNvSpPr/>
          <p:nvPr/>
        </p:nvSpPr>
        <p:spPr>
          <a:xfrm>
            <a:off x="6348822" y="2832643"/>
            <a:ext cx="2325868" cy="3177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80" name="矩形 1"/>
          <p:cNvSpPr/>
          <p:nvPr/>
        </p:nvSpPr>
        <p:spPr>
          <a:xfrm>
            <a:off x="9191058" y="2832643"/>
            <a:ext cx="2325868" cy="3177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01.2</a:t>
            </a:r>
            <a:r>
              <a:rPr lang="zh-CN" altLang="en-US" dirty="0">
                <a:ea typeface="+mn-ea"/>
                <a:cs typeface="+mn-ea"/>
              </a:rPr>
              <a:t>✪并列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sp>
        <p:nvSpPr>
          <p:cNvPr id="2" name="矩形 1"/>
          <p:cNvSpPr/>
          <p:nvPr/>
        </p:nvSpPr>
        <p:spPr>
          <a:xfrm>
            <a:off x="660400" y="2832643"/>
            <a:ext cx="2325868" cy="3177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83" name="矩形 1"/>
          <p:cNvSpPr/>
          <p:nvPr/>
        </p:nvSpPr>
        <p:spPr>
          <a:xfrm>
            <a:off x="675074" y="3347331"/>
            <a:ext cx="2325868" cy="445145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1455581" y="2937160"/>
            <a:ext cx="735506" cy="735506"/>
            <a:chOff x="1455581" y="3061247"/>
            <a:chExt cx="735506" cy="735506"/>
          </a:xfrm>
        </p:grpSpPr>
        <p:sp>
          <p:nvSpPr>
            <p:cNvPr id="46" name="íṥļîḓê"/>
            <p:cNvSpPr/>
            <p:nvPr/>
          </p:nvSpPr>
          <p:spPr>
            <a:xfrm>
              <a:off x="1455581" y="3061247"/>
              <a:ext cx="735506" cy="7355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7" name="íṥlíḓê"/>
            <p:cNvSpPr/>
            <p:nvPr/>
          </p:nvSpPr>
          <p:spPr>
            <a:xfrm>
              <a:off x="1500411" y="3106185"/>
              <a:ext cx="645847" cy="64584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8" name="ïśļiḑé"/>
            <p:cNvSpPr/>
            <p:nvPr/>
          </p:nvSpPr>
          <p:spPr>
            <a:xfrm>
              <a:off x="1661726" y="3230492"/>
              <a:ext cx="323216" cy="397229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87" name="矩形 1"/>
          <p:cNvSpPr/>
          <p:nvPr/>
        </p:nvSpPr>
        <p:spPr>
          <a:xfrm>
            <a:off x="6350603" y="3347331"/>
            <a:ext cx="2325868" cy="445145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7131110" y="2937160"/>
            <a:ext cx="735506" cy="735506"/>
            <a:chOff x="1455581" y="3061247"/>
            <a:chExt cx="735506" cy="735506"/>
          </a:xfrm>
        </p:grpSpPr>
        <p:sp>
          <p:nvSpPr>
            <p:cNvPr id="89" name="íṥļîḓê"/>
            <p:cNvSpPr/>
            <p:nvPr/>
          </p:nvSpPr>
          <p:spPr>
            <a:xfrm>
              <a:off x="1455581" y="3061247"/>
              <a:ext cx="735506" cy="7355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0" name="íṥlíḓê"/>
            <p:cNvSpPr/>
            <p:nvPr/>
          </p:nvSpPr>
          <p:spPr>
            <a:xfrm>
              <a:off x="1500411" y="3106185"/>
              <a:ext cx="645847" cy="64584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1" name="ïśļiḑé"/>
            <p:cNvSpPr/>
            <p:nvPr/>
          </p:nvSpPr>
          <p:spPr>
            <a:xfrm>
              <a:off x="1661726" y="3230492"/>
              <a:ext cx="323216" cy="397229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92" name="矩形 1"/>
          <p:cNvSpPr/>
          <p:nvPr/>
        </p:nvSpPr>
        <p:spPr>
          <a:xfrm>
            <a:off x="9205732" y="3347331"/>
            <a:ext cx="2325868" cy="445145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9986239" y="2937160"/>
            <a:ext cx="735506" cy="735506"/>
            <a:chOff x="1455581" y="3061247"/>
            <a:chExt cx="735506" cy="735506"/>
          </a:xfrm>
        </p:grpSpPr>
        <p:sp>
          <p:nvSpPr>
            <p:cNvPr id="94" name="íṥļîḓê"/>
            <p:cNvSpPr/>
            <p:nvPr/>
          </p:nvSpPr>
          <p:spPr>
            <a:xfrm>
              <a:off x="1455581" y="3061247"/>
              <a:ext cx="735506" cy="7355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5" name="íṥlíḓê"/>
            <p:cNvSpPr/>
            <p:nvPr/>
          </p:nvSpPr>
          <p:spPr>
            <a:xfrm>
              <a:off x="1500411" y="3106185"/>
              <a:ext cx="645847" cy="64584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6" name="ïśļiḑé"/>
            <p:cNvSpPr/>
            <p:nvPr/>
          </p:nvSpPr>
          <p:spPr>
            <a:xfrm>
              <a:off x="1661726" y="3230492"/>
              <a:ext cx="323216" cy="397229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780684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903468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469106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9311342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6578997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9434126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2" name="矩形 11"/>
          <p:cNvSpPr/>
          <p:nvPr/>
        </p:nvSpPr>
        <p:spPr>
          <a:xfrm>
            <a:off x="3339404" y="2606954"/>
            <a:ext cx="2656282" cy="3628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97" name="矩形 1"/>
          <p:cNvSpPr/>
          <p:nvPr/>
        </p:nvSpPr>
        <p:spPr>
          <a:xfrm>
            <a:off x="3354078" y="3304914"/>
            <a:ext cx="2641608" cy="570048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9" name="íṥļîḓê"/>
          <p:cNvSpPr/>
          <p:nvPr/>
        </p:nvSpPr>
        <p:spPr>
          <a:xfrm>
            <a:off x="4244932" y="2724674"/>
            <a:ext cx="845230" cy="8452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0" name="íṥlíḓê"/>
          <p:cNvSpPr/>
          <p:nvPr/>
        </p:nvSpPr>
        <p:spPr>
          <a:xfrm>
            <a:off x="4296449" y="2776318"/>
            <a:ext cx="742195" cy="742193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1" name="ïśļiḑé"/>
          <p:cNvSpPr/>
          <p:nvPr/>
        </p:nvSpPr>
        <p:spPr>
          <a:xfrm>
            <a:off x="4481828" y="2919171"/>
            <a:ext cx="371434" cy="456488"/>
          </a:xfrm>
          <a:custGeom>
            <a:avLst/>
            <a:gdLst>
              <a:gd name="connsiteX0" fmla="*/ 337979 w 494593"/>
              <a:gd name="connsiteY0" fmla="*/ 279269 h 607851"/>
              <a:gd name="connsiteX1" fmla="*/ 221300 w 494593"/>
              <a:gd name="connsiteY1" fmla="*/ 336550 h 607851"/>
              <a:gd name="connsiteX2" fmla="*/ 229058 w 494593"/>
              <a:gd name="connsiteY2" fmla="*/ 378487 h 607851"/>
              <a:gd name="connsiteX3" fmla="*/ 270165 w 494593"/>
              <a:gd name="connsiteY3" fmla="*/ 390032 h 607851"/>
              <a:gd name="connsiteX4" fmla="*/ 337979 w 494593"/>
              <a:gd name="connsiteY4" fmla="*/ 279269 h 607851"/>
              <a:gd name="connsiteX5" fmla="*/ 247261 w 494593"/>
              <a:gd name="connsiteY5" fmla="*/ 202100 h 607851"/>
              <a:gd name="connsiteX6" fmla="*/ 406316 w 494593"/>
              <a:gd name="connsiteY6" fmla="*/ 360908 h 607851"/>
              <a:gd name="connsiteX7" fmla="*/ 247261 w 494593"/>
              <a:gd name="connsiteY7" fmla="*/ 519715 h 607851"/>
              <a:gd name="connsiteX8" fmla="*/ 88207 w 494593"/>
              <a:gd name="connsiteY8" fmla="*/ 360908 h 607851"/>
              <a:gd name="connsiteX9" fmla="*/ 247261 w 494593"/>
              <a:gd name="connsiteY9" fmla="*/ 202100 h 607851"/>
              <a:gd name="connsiteX10" fmla="*/ 247297 w 494593"/>
              <a:gd name="connsiteY10" fmla="*/ 160521 h 607851"/>
              <a:gd name="connsiteX11" fmla="*/ 46625 w 494593"/>
              <a:gd name="connsiteY11" fmla="*/ 360907 h 607851"/>
              <a:gd name="connsiteX12" fmla="*/ 247297 w 494593"/>
              <a:gd name="connsiteY12" fmla="*/ 561293 h 607851"/>
              <a:gd name="connsiteX13" fmla="*/ 447968 w 494593"/>
              <a:gd name="connsiteY13" fmla="*/ 360907 h 607851"/>
              <a:gd name="connsiteX14" fmla="*/ 247297 w 494593"/>
              <a:gd name="connsiteY14" fmla="*/ 160521 h 607851"/>
              <a:gd name="connsiteX15" fmla="*/ 247297 w 494593"/>
              <a:gd name="connsiteY15" fmla="*/ 113963 h 607851"/>
              <a:gd name="connsiteX16" fmla="*/ 494593 w 494593"/>
              <a:gd name="connsiteY16" fmla="*/ 360907 h 607851"/>
              <a:gd name="connsiteX17" fmla="*/ 247297 w 494593"/>
              <a:gd name="connsiteY17" fmla="*/ 607851 h 607851"/>
              <a:gd name="connsiteX18" fmla="*/ 0 w 494593"/>
              <a:gd name="connsiteY18" fmla="*/ 360907 h 607851"/>
              <a:gd name="connsiteX19" fmla="*/ 247297 w 494593"/>
              <a:gd name="connsiteY19" fmla="*/ 113963 h 607851"/>
              <a:gd name="connsiteX20" fmla="*/ 106836 w 494593"/>
              <a:gd name="connsiteY20" fmla="*/ 58655 h 607851"/>
              <a:gd name="connsiteX21" fmla="*/ 119283 w 494593"/>
              <a:gd name="connsiteY21" fmla="*/ 68229 h 607851"/>
              <a:gd name="connsiteX22" fmla="*/ 139719 w 494593"/>
              <a:gd name="connsiteY22" fmla="*/ 103546 h 607851"/>
              <a:gd name="connsiteX23" fmla="*/ 68863 w 494593"/>
              <a:gd name="connsiteY23" fmla="*/ 144377 h 607851"/>
              <a:gd name="connsiteX24" fmla="*/ 48427 w 494593"/>
              <a:gd name="connsiteY24" fmla="*/ 109060 h 607851"/>
              <a:gd name="connsiteX25" fmla="*/ 55960 w 494593"/>
              <a:gd name="connsiteY25" fmla="*/ 81119 h 607851"/>
              <a:gd name="connsiteX26" fmla="*/ 91313 w 494593"/>
              <a:gd name="connsiteY26" fmla="*/ 60704 h 607851"/>
              <a:gd name="connsiteX27" fmla="*/ 106836 w 494593"/>
              <a:gd name="connsiteY27" fmla="*/ 58655 h 607851"/>
              <a:gd name="connsiteX28" fmla="*/ 385319 w 494593"/>
              <a:gd name="connsiteY28" fmla="*/ 58655 h 607851"/>
              <a:gd name="connsiteX29" fmla="*/ 400805 w 494593"/>
              <a:gd name="connsiteY29" fmla="*/ 60704 h 607851"/>
              <a:gd name="connsiteX30" fmla="*/ 436233 w 494593"/>
              <a:gd name="connsiteY30" fmla="*/ 81119 h 607851"/>
              <a:gd name="connsiteX31" fmla="*/ 443692 w 494593"/>
              <a:gd name="connsiteY31" fmla="*/ 109060 h 607851"/>
              <a:gd name="connsiteX32" fmla="*/ 423255 w 494593"/>
              <a:gd name="connsiteY32" fmla="*/ 144377 h 607851"/>
              <a:gd name="connsiteX33" fmla="*/ 352474 w 494593"/>
              <a:gd name="connsiteY33" fmla="*/ 103546 h 607851"/>
              <a:gd name="connsiteX34" fmla="*/ 372910 w 494593"/>
              <a:gd name="connsiteY34" fmla="*/ 68229 h 607851"/>
              <a:gd name="connsiteX35" fmla="*/ 385319 w 494593"/>
              <a:gd name="connsiteY35" fmla="*/ 58655 h 607851"/>
              <a:gd name="connsiteX36" fmla="*/ 202278 w 494593"/>
              <a:gd name="connsiteY36" fmla="*/ 0 h 607851"/>
              <a:gd name="connsiteX37" fmla="*/ 292455 w 494593"/>
              <a:gd name="connsiteY37" fmla="*/ 0 h 607851"/>
              <a:gd name="connsiteX38" fmla="*/ 311475 w 494593"/>
              <a:gd name="connsiteY38" fmla="*/ 18996 h 607851"/>
              <a:gd name="connsiteX39" fmla="*/ 311475 w 494593"/>
              <a:gd name="connsiteY39" fmla="*/ 61756 h 607851"/>
              <a:gd name="connsiteX40" fmla="*/ 285295 w 494593"/>
              <a:gd name="connsiteY40" fmla="*/ 61905 h 607851"/>
              <a:gd name="connsiteX41" fmla="*/ 285295 w 494593"/>
              <a:gd name="connsiteY41" fmla="*/ 94981 h 607851"/>
              <a:gd name="connsiteX42" fmla="*/ 247255 w 494593"/>
              <a:gd name="connsiteY42" fmla="*/ 91927 h 607851"/>
              <a:gd name="connsiteX43" fmla="*/ 209215 w 494593"/>
              <a:gd name="connsiteY43" fmla="*/ 94981 h 607851"/>
              <a:gd name="connsiteX44" fmla="*/ 209215 w 494593"/>
              <a:gd name="connsiteY44" fmla="*/ 61905 h 607851"/>
              <a:gd name="connsiteX45" fmla="*/ 183258 w 494593"/>
              <a:gd name="connsiteY45" fmla="*/ 61756 h 607851"/>
              <a:gd name="connsiteX46" fmla="*/ 183258 w 494593"/>
              <a:gd name="connsiteY46" fmla="*/ 18996 h 607851"/>
              <a:gd name="connsiteX47" fmla="*/ 202278 w 494593"/>
              <a:gd name="connsiteY47" fmla="*/ 0 h 60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94593" h="607851">
                <a:moveTo>
                  <a:pt x="337979" y="279269"/>
                </a:moveTo>
                <a:cubicBezTo>
                  <a:pt x="312838" y="282845"/>
                  <a:pt x="230550" y="328207"/>
                  <a:pt x="221300" y="336550"/>
                </a:cubicBezTo>
                <a:cubicBezTo>
                  <a:pt x="212123" y="344967"/>
                  <a:pt x="215555" y="363664"/>
                  <a:pt x="229058" y="378487"/>
                </a:cubicBezTo>
                <a:cubicBezTo>
                  <a:pt x="242561" y="393235"/>
                  <a:pt x="260914" y="398375"/>
                  <a:pt x="270165" y="390032"/>
                </a:cubicBezTo>
                <a:cubicBezTo>
                  <a:pt x="279341" y="381615"/>
                  <a:pt x="332086" y="303925"/>
                  <a:pt x="337979" y="279269"/>
                </a:cubicBezTo>
                <a:close/>
                <a:moveTo>
                  <a:pt x="247261" y="202100"/>
                </a:moveTo>
                <a:cubicBezTo>
                  <a:pt x="335070" y="202100"/>
                  <a:pt x="406316" y="273236"/>
                  <a:pt x="406316" y="360908"/>
                </a:cubicBezTo>
                <a:cubicBezTo>
                  <a:pt x="406316" y="448579"/>
                  <a:pt x="335070" y="519715"/>
                  <a:pt x="247261" y="519715"/>
                </a:cubicBezTo>
                <a:cubicBezTo>
                  <a:pt x="159453" y="519715"/>
                  <a:pt x="88207" y="448579"/>
                  <a:pt x="88207" y="360908"/>
                </a:cubicBezTo>
                <a:cubicBezTo>
                  <a:pt x="88207" y="273236"/>
                  <a:pt x="159453" y="202100"/>
                  <a:pt x="247261" y="202100"/>
                </a:cubicBezTo>
                <a:close/>
                <a:moveTo>
                  <a:pt x="247297" y="160521"/>
                </a:moveTo>
                <a:cubicBezTo>
                  <a:pt x="136517" y="160521"/>
                  <a:pt x="46625" y="250211"/>
                  <a:pt x="46625" y="360907"/>
                </a:cubicBezTo>
                <a:cubicBezTo>
                  <a:pt x="46625" y="471603"/>
                  <a:pt x="136442" y="561293"/>
                  <a:pt x="247297" y="561293"/>
                </a:cubicBezTo>
                <a:cubicBezTo>
                  <a:pt x="358151" y="561293"/>
                  <a:pt x="447968" y="471603"/>
                  <a:pt x="447968" y="360907"/>
                </a:cubicBezTo>
                <a:cubicBezTo>
                  <a:pt x="447968" y="250285"/>
                  <a:pt x="358151" y="160521"/>
                  <a:pt x="247297" y="160521"/>
                </a:cubicBezTo>
                <a:close/>
                <a:moveTo>
                  <a:pt x="247297" y="113963"/>
                </a:moveTo>
                <a:cubicBezTo>
                  <a:pt x="383888" y="113963"/>
                  <a:pt x="494593" y="224510"/>
                  <a:pt x="494593" y="360907"/>
                </a:cubicBezTo>
                <a:cubicBezTo>
                  <a:pt x="494593" y="497304"/>
                  <a:pt x="383888" y="607851"/>
                  <a:pt x="247297" y="607851"/>
                </a:cubicBezTo>
                <a:cubicBezTo>
                  <a:pt x="110705" y="607851"/>
                  <a:pt x="0" y="497304"/>
                  <a:pt x="0" y="360907"/>
                </a:cubicBezTo>
                <a:cubicBezTo>
                  <a:pt x="0" y="224510"/>
                  <a:pt x="110705" y="113963"/>
                  <a:pt x="247297" y="113963"/>
                </a:cubicBezTo>
                <a:close/>
                <a:moveTo>
                  <a:pt x="106836" y="58655"/>
                </a:moveTo>
                <a:cubicBezTo>
                  <a:pt x="111899" y="60015"/>
                  <a:pt x="116449" y="63312"/>
                  <a:pt x="119283" y="68229"/>
                </a:cubicBezTo>
                <a:lnTo>
                  <a:pt x="139719" y="103546"/>
                </a:lnTo>
                <a:lnTo>
                  <a:pt x="68863" y="144377"/>
                </a:lnTo>
                <a:lnTo>
                  <a:pt x="48427" y="109060"/>
                </a:lnTo>
                <a:cubicBezTo>
                  <a:pt x="42833" y="99225"/>
                  <a:pt x="46189" y="86782"/>
                  <a:pt x="55960" y="81119"/>
                </a:cubicBezTo>
                <a:lnTo>
                  <a:pt x="91313" y="60704"/>
                </a:lnTo>
                <a:cubicBezTo>
                  <a:pt x="96199" y="57873"/>
                  <a:pt x="101774" y="57295"/>
                  <a:pt x="106836" y="58655"/>
                </a:cubicBezTo>
                <a:close/>
                <a:moveTo>
                  <a:pt x="385319" y="58655"/>
                </a:moveTo>
                <a:cubicBezTo>
                  <a:pt x="390363" y="57295"/>
                  <a:pt x="395920" y="57873"/>
                  <a:pt x="400805" y="60704"/>
                </a:cubicBezTo>
                <a:lnTo>
                  <a:pt x="436233" y="81119"/>
                </a:lnTo>
                <a:cubicBezTo>
                  <a:pt x="446004" y="86782"/>
                  <a:pt x="449360" y="99225"/>
                  <a:pt x="443692" y="109060"/>
                </a:cubicBezTo>
                <a:lnTo>
                  <a:pt x="423255" y="144377"/>
                </a:lnTo>
                <a:lnTo>
                  <a:pt x="352474" y="103546"/>
                </a:lnTo>
                <a:lnTo>
                  <a:pt x="372910" y="68229"/>
                </a:lnTo>
                <a:cubicBezTo>
                  <a:pt x="375744" y="63312"/>
                  <a:pt x="380276" y="60015"/>
                  <a:pt x="385319" y="58655"/>
                </a:cubicBezTo>
                <a:close/>
                <a:moveTo>
                  <a:pt x="202278" y="0"/>
                </a:moveTo>
                <a:lnTo>
                  <a:pt x="292455" y="0"/>
                </a:lnTo>
                <a:cubicBezTo>
                  <a:pt x="302972" y="0"/>
                  <a:pt x="311475" y="8492"/>
                  <a:pt x="311475" y="18996"/>
                </a:cubicBezTo>
                <a:lnTo>
                  <a:pt x="311475" y="61756"/>
                </a:lnTo>
                <a:lnTo>
                  <a:pt x="285295" y="61905"/>
                </a:lnTo>
                <a:lnTo>
                  <a:pt x="285295" y="94981"/>
                </a:lnTo>
                <a:cubicBezTo>
                  <a:pt x="272838" y="93193"/>
                  <a:pt x="260158" y="91927"/>
                  <a:pt x="247255" y="91927"/>
                </a:cubicBezTo>
                <a:cubicBezTo>
                  <a:pt x="234351" y="91927"/>
                  <a:pt x="221671" y="93193"/>
                  <a:pt x="209215" y="94981"/>
                </a:cubicBezTo>
                <a:lnTo>
                  <a:pt x="209215" y="61905"/>
                </a:lnTo>
                <a:lnTo>
                  <a:pt x="183258" y="61756"/>
                </a:lnTo>
                <a:lnTo>
                  <a:pt x="183258" y="18996"/>
                </a:lnTo>
                <a:cubicBezTo>
                  <a:pt x="183258" y="8492"/>
                  <a:pt x="191761" y="0"/>
                  <a:pt x="202278" y="0"/>
                </a:cubicBez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747679" y="4435534"/>
            <a:ext cx="1839732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3624895" y="3998686"/>
            <a:ext cx="20853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9" name="矩形 38"/>
          <p:cNvSpPr/>
          <p:nvPr/>
        </p:nvSpPr>
        <p:spPr>
          <a:xfrm>
            <a:off x="3339404" y="2606954"/>
            <a:ext cx="2656282" cy="362874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02</a:t>
            </a:r>
            <a:r>
              <a:rPr lang="zh-CN" altLang="en-US" dirty="0">
                <a:ea typeface="+mn-ea"/>
                <a:cs typeface="+mn-ea"/>
              </a:rPr>
              <a:t>✪并列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730493" y="2800792"/>
            <a:ext cx="3209522" cy="3209507"/>
            <a:chOff x="2035024" y="1872921"/>
            <a:chExt cx="4406416" cy="4406396"/>
          </a:xfrm>
        </p:grpSpPr>
        <p:sp>
          <p:nvSpPr>
            <p:cNvPr id="21" name="íṥļîḓê"/>
            <p:cNvSpPr/>
            <p:nvPr/>
          </p:nvSpPr>
          <p:spPr>
            <a:xfrm>
              <a:off x="2035024" y="1872921"/>
              <a:ext cx="4406416" cy="44063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2" name="íṥlíḓê"/>
            <p:cNvSpPr/>
            <p:nvPr/>
          </p:nvSpPr>
          <p:spPr>
            <a:xfrm>
              <a:off x="2227091" y="2064990"/>
              <a:ext cx="4022284" cy="4022263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471548" y="2800792"/>
            <a:ext cx="3209522" cy="3209507"/>
            <a:chOff x="2035024" y="1872921"/>
            <a:chExt cx="4406416" cy="4406396"/>
          </a:xfrm>
        </p:grpSpPr>
        <p:sp>
          <p:nvSpPr>
            <p:cNvPr id="24" name="íṥļîḓê"/>
            <p:cNvSpPr/>
            <p:nvPr/>
          </p:nvSpPr>
          <p:spPr>
            <a:xfrm>
              <a:off x="2035024" y="1872921"/>
              <a:ext cx="4406416" cy="44063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5" name="íṥlíḓê"/>
            <p:cNvSpPr/>
            <p:nvPr/>
          </p:nvSpPr>
          <p:spPr>
            <a:xfrm>
              <a:off x="2227091" y="2064990"/>
              <a:ext cx="4022284" cy="4022263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212604" y="2800792"/>
            <a:ext cx="3209522" cy="3209507"/>
            <a:chOff x="2035024" y="1872921"/>
            <a:chExt cx="4406416" cy="4406396"/>
          </a:xfrm>
        </p:grpSpPr>
        <p:sp>
          <p:nvSpPr>
            <p:cNvPr id="27" name="íṥļîḓê"/>
            <p:cNvSpPr/>
            <p:nvPr/>
          </p:nvSpPr>
          <p:spPr>
            <a:xfrm>
              <a:off x="2035024" y="1872921"/>
              <a:ext cx="4406416" cy="44063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8" name="íṥlíḓê"/>
            <p:cNvSpPr/>
            <p:nvPr/>
          </p:nvSpPr>
          <p:spPr>
            <a:xfrm>
              <a:off x="2227091" y="2064990"/>
              <a:ext cx="4022284" cy="4022263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9" name="ïśļiḑé"/>
          <p:cNvSpPr/>
          <p:nvPr/>
        </p:nvSpPr>
        <p:spPr>
          <a:xfrm>
            <a:off x="5891478" y="3238816"/>
            <a:ext cx="409044" cy="393384"/>
          </a:xfrm>
          <a:custGeom>
            <a:avLst/>
            <a:gdLst>
              <a:gd name="connsiteX0" fmla="*/ 61288 w 609549"/>
              <a:gd name="connsiteY0" fmla="*/ 383285 h 586216"/>
              <a:gd name="connsiteX1" fmla="*/ 71162 w 609549"/>
              <a:gd name="connsiteY1" fmla="*/ 387101 h 586216"/>
              <a:gd name="connsiteX2" fmla="*/ 120018 w 609549"/>
              <a:gd name="connsiteY2" fmla="*/ 435892 h 586216"/>
              <a:gd name="connsiteX3" fmla="*/ 120018 w 609549"/>
              <a:gd name="connsiteY3" fmla="*/ 454200 h 586216"/>
              <a:gd name="connsiteX4" fmla="*/ 56639 w 609549"/>
              <a:gd name="connsiteY4" fmla="*/ 517543 h 586216"/>
              <a:gd name="connsiteX5" fmla="*/ 35592 w 609549"/>
              <a:gd name="connsiteY5" fmla="*/ 513644 h 586216"/>
              <a:gd name="connsiteX6" fmla="*/ 51877 w 609549"/>
              <a:gd name="connsiteY6" fmla="*/ 388099 h 586216"/>
              <a:gd name="connsiteX7" fmla="*/ 61288 w 609549"/>
              <a:gd name="connsiteY7" fmla="*/ 383285 h 586216"/>
              <a:gd name="connsiteX8" fmla="*/ 235245 w 609549"/>
              <a:gd name="connsiteY8" fmla="*/ 302810 h 586216"/>
              <a:gd name="connsiteX9" fmla="*/ 306042 w 609549"/>
              <a:gd name="connsiteY9" fmla="*/ 373466 h 586216"/>
              <a:gd name="connsiteX10" fmla="*/ 258717 w 609549"/>
              <a:gd name="connsiteY10" fmla="*/ 420680 h 586216"/>
              <a:gd name="connsiteX11" fmla="*/ 230246 w 609549"/>
              <a:gd name="connsiteY11" fmla="*/ 550152 h 586216"/>
              <a:gd name="connsiteX12" fmla="*/ 92223 w 609549"/>
              <a:gd name="connsiteY12" fmla="*/ 575305 h 586216"/>
              <a:gd name="connsiteX13" fmla="*/ 88748 w 609549"/>
              <a:gd name="connsiteY13" fmla="*/ 556143 h 586216"/>
              <a:gd name="connsiteX14" fmla="*/ 165115 w 609549"/>
              <a:gd name="connsiteY14" fmla="*/ 479877 h 586216"/>
              <a:gd name="connsiteX15" fmla="*/ 165115 w 609549"/>
              <a:gd name="connsiteY15" fmla="*/ 446308 h 586216"/>
              <a:gd name="connsiteX16" fmla="*/ 88700 w 609549"/>
              <a:gd name="connsiteY16" fmla="*/ 369995 h 586216"/>
              <a:gd name="connsiteX17" fmla="*/ 92128 w 609549"/>
              <a:gd name="connsiteY17" fmla="*/ 350976 h 586216"/>
              <a:gd name="connsiteX18" fmla="*/ 189111 w 609549"/>
              <a:gd name="connsiteY18" fmla="*/ 348884 h 586216"/>
              <a:gd name="connsiteX19" fmla="*/ 257958 w 609549"/>
              <a:gd name="connsiteY19" fmla="*/ 161679 h 586216"/>
              <a:gd name="connsiteX20" fmla="*/ 317251 w 609549"/>
              <a:gd name="connsiteY20" fmla="*/ 220879 h 586216"/>
              <a:gd name="connsiteX21" fmla="*/ 388070 w 609549"/>
              <a:gd name="connsiteY21" fmla="*/ 291586 h 586216"/>
              <a:gd name="connsiteX22" fmla="*/ 604906 w 609549"/>
              <a:gd name="connsiteY22" fmla="*/ 508130 h 586216"/>
              <a:gd name="connsiteX23" fmla="*/ 604906 w 609549"/>
              <a:gd name="connsiteY23" fmla="*/ 530526 h 586216"/>
              <a:gd name="connsiteX24" fmla="*/ 556567 w 609549"/>
              <a:gd name="connsiteY24" fmla="*/ 578789 h 586216"/>
              <a:gd name="connsiteX25" fmla="*/ 545327 w 609549"/>
              <a:gd name="connsiteY25" fmla="*/ 583449 h 586216"/>
              <a:gd name="connsiteX26" fmla="*/ 534135 w 609549"/>
              <a:gd name="connsiteY26" fmla="*/ 578789 h 586216"/>
              <a:gd name="connsiteX27" fmla="*/ 317251 w 609549"/>
              <a:gd name="connsiteY27" fmla="*/ 362293 h 586216"/>
              <a:gd name="connsiteX28" fmla="*/ 246481 w 609549"/>
              <a:gd name="connsiteY28" fmla="*/ 291586 h 586216"/>
              <a:gd name="connsiteX29" fmla="*/ 187140 w 609549"/>
              <a:gd name="connsiteY29" fmla="*/ 232339 h 586216"/>
              <a:gd name="connsiteX30" fmla="*/ 58606 w 609549"/>
              <a:gd name="connsiteY30" fmla="*/ 160814 h 586216"/>
              <a:gd name="connsiteX31" fmla="*/ 126401 w 609549"/>
              <a:gd name="connsiteY31" fmla="*/ 228498 h 586216"/>
              <a:gd name="connsiteX32" fmla="*/ 111975 w 609549"/>
              <a:gd name="connsiteY32" fmla="*/ 242899 h 586216"/>
              <a:gd name="connsiteX33" fmla="*/ 119307 w 609549"/>
              <a:gd name="connsiteY33" fmla="*/ 250219 h 586216"/>
              <a:gd name="connsiteX34" fmla="*/ 119307 w 609549"/>
              <a:gd name="connsiteY34" fmla="*/ 277692 h 586216"/>
              <a:gd name="connsiteX35" fmla="*/ 115641 w 609549"/>
              <a:gd name="connsiteY35" fmla="*/ 281352 h 586216"/>
              <a:gd name="connsiteX36" fmla="*/ 88123 w 609549"/>
              <a:gd name="connsiteY36" fmla="*/ 281352 h 586216"/>
              <a:gd name="connsiteX37" fmla="*/ 5712 w 609549"/>
              <a:gd name="connsiteY37" fmla="*/ 199029 h 586216"/>
              <a:gd name="connsiteX38" fmla="*/ 5712 w 609549"/>
              <a:gd name="connsiteY38" fmla="*/ 171604 h 586216"/>
              <a:gd name="connsiteX39" fmla="*/ 9378 w 609549"/>
              <a:gd name="connsiteY39" fmla="*/ 167944 h 586216"/>
              <a:gd name="connsiteX40" fmla="*/ 36849 w 609549"/>
              <a:gd name="connsiteY40" fmla="*/ 167944 h 586216"/>
              <a:gd name="connsiteX41" fmla="*/ 44180 w 609549"/>
              <a:gd name="connsiteY41" fmla="*/ 175264 h 586216"/>
              <a:gd name="connsiteX42" fmla="*/ 585775 w 609549"/>
              <a:gd name="connsiteY42" fmla="*/ 66370 h 586216"/>
              <a:gd name="connsiteX43" fmla="*/ 595263 w 609549"/>
              <a:gd name="connsiteY43" fmla="*/ 73839 h 586216"/>
              <a:gd name="connsiteX44" fmla="*/ 578978 w 609549"/>
              <a:gd name="connsiteY44" fmla="*/ 199341 h 586216"/>
              <a:gd name="connsiteX45" fmla="*/ 559693 w 609549"/>
              <a:gd name="connsiteY45" fmla="*/ 200387 h 586216"/>
              <a:gd name="connsiteX46" fmla="*/ 510789 w 609549"/>
              <a:gd name="connsiteY46" fmla="*/ 151612 h 586216"/>
              <a:gd name="connsiteX47" fmla="*/ 510789 w 609549"/>
              <a:gd name="connsiteY47" fmla="*/ 133262 h 586216"/>
              <a:gd name="connsiteX48" fmla="*/ 574216 w 609549"/>
              <a:gd name="connsiteY48" fmla="*/ 69988 h 586216"/>
              <a:gd name="connsiteX49" fmla="*/ 585775 w 609549"/>
              <a:gd name="connsiteY49" fmla="*/ 66370 h 586216"/>
              <a:gd name="connsiteX50" fmla="*/ 158702 w 609549"/>
              <a:gd name="connsiteY50" fmla="*/ 26758 h 586216"/>
              <a:gd name="connsiteX51" fmla="*/ 172463 w 609549"/>
              <a:gd name="connsiteY51" fmla="*/ 32464 h 586216"/>
              <a:gd name="connsiteX52" fmla="*/ 179701 w 609549"/>
              <a:gd name="connsiteY52" fmla="*/ 39691 h 586216"/>
              <a:gd name="connsiteX53" fmla="*/ 246935 w 609549"/>
              <a:gd name="connsiteY53" fmla="*/ 106831 h 586216"/>
              <a:gd name="connsiteX54" fmla="*/ 254886 w 609549"/>
              <a:gd name="connsiteY54" fmla="*/ 114819 h 586216"/>
              <a:gd name="connsiteX55" fmla="*/ 257600 w 609549"/>
              <a:gd name="connsiteY55" fmla="*/ 138879 h 586216"/>
              <a:gd name="connsiteX56" fmla="*/ 254886 w 609549"/>
              <a:gd name="connsiteY56" fmla="*/ 142255 h 586216"/>
              <a:gd name="connsiteX57" fmla="*/ 252315 w 609549"/>
              <a:gd name="connsiteY57" fmla="*/ 144823 h 586216"/>
              <a:gd name="connsiteX58" fmla="*/ 246696 w 609549"/>
              <a:gd name="connsiteY58" fmla="*/ 150434 h 586216"/>
              <a:gd name="connsiteX59" fmla="*/ 175892 w 609549"/>
              <a:gd name="connsiteY59" fmla="*/ 221140 h 586216"/>
              <a:gd name="connsiteX60" fmla="*/ 172463 w 609549"/>
              <a:gd name="connsiteY60" fmla="*/ 224611 h 586216"/>
              <a:gd name="connsiteX61" fmla="*/ 170130 w 609549"/>
              <a:gd name="connsiteY61" fmla="*/ 226560 h 586216"/>
              <a:gd name="connsiteX62" fmla="*/ 162274 w 609549"/>
              <a:gd name="connsiteY62" fmla="*/ 229936 h 586216"/>
              <a:gd name="connsiteX63" fmla="*/ 158702 w 609549"/>
              <a:gd name="connsiteY63" fmla="*/ 230269 h 586216"/>
              <a:gd name="connsiteX64" fmla="*/ 144942 w 609549"/>
              <a:gd name="connsiteY64" fmla="*/ 224611 h 586216"/>
              <a:gd name="connsiteX65" fmla="*/ 137609 w 609549"/>
              <a:gd name="connsiteY65" fmla="*/ 217288 h 586216"/>
              <a:gd name="connsiteX66" fmla="*/ 69804 w 609549"/>
              <a:gd name="connsiteY66" fmla="*/ 149578 h 586216"/>
              <a:gd name="connsiteX67" fmla="*/ 62519 w 609549"/>
              <a:gd name="connsiteY67" fmla="*/ 142255 h 586216"/>
              <a:gd name="connsiteX68" fmla="*/ 62519 w 609549"/>
              <a:gd name="connsiteY68" fmla="*/ 114819 h 586216"/>
              <a:gd name="connsiteX69" fmla="*/ 144942 w 609549"/>
              <a:gd name="connsiteY69" fmla="*/ 32464 h 586216"/>
              <a:gd name="connsiteX70" fmla="*/ 158702 w 609549"/>
              <a:gd name="connsiteY70" fmla="*/ 26758 h 586216"/>
              <a:gd name="connsiteX71" fmla="*/ 254809 w 609549"/>
              <a:gd name="connsiteY71" fmla="*/ 6542 h 586216"/>
              <a:gd name="connsiteX72" fmla="*/ 321015 w 609549"/>
              <a:gd name="connsiteY72" fmla="*/ 29913 h 586216"/>
              <a:gd name="connsiteX73" fmla="*/ 260017 w 609549"/>
              <a:gd name="connsiteY73" fmla="*/ 97465 h 586216"/>
              <a:gd name="connsiteX74" fmla="*/ 193067 w 609549"/>
              <a:gd name="connsiteY74" fmla="*/ 30626 h 586216"/>
              <a:gd name="connsiteX75" fmla="*/ 254809 w 609549"/>
              <a:gd name="connsiteY75" fmla="*/ 6542 h 586216"/>
              <a:gd name="connsiteX76" fmla="*/ 503105 w 609549"/>
              <a:gd name="connsiteY76" fmla="*/ 953 h 586216"/>
              <a:gd name="connsiteX77" fmla="*/ 538560 w 609549"/>
              <a:gd name="connsiteY77" fmla="*/ 10911 h 586216"/>
              <a:gd name="connsiteX78" fmla="*/ 542083 w 609549"/>
              <a:gd name="connsiteY78" fmla="*/ 30073 h 586216"/>
              <a:gd name="connsiteX79" fmla="*/ 465709 w 609549"/>
              <a:gd name="connsiteY79" fmla="*/ 106341 h 586216"/>
              <a:gd name="connsiteX80" fmla="*/ 465709 w 609549"/>
              <a:gd name="connsiteY80" fmla="*/ 139911 h 586216"/>
              <a:gd name="connsiteX81" fmla="*/ 542131 w 609549"/>
              <a:gd name="connsiteY81" fmla="*/ 216227 h 586216"/>
              <a:gd name="connsiteX82" fmla="*/ 538655 w 609549"/>
              <a:gd name="connsiteY82" fmla="*/ 235246 h 586216"/>
              <a:gd name="connsiteX83" fmla="*/ 442187 w 609549"/>
              <a:gd name="connsiteY83" fmla="*/ 237528 h 586216"/>
              <a:gd name="connsiteX84" fmla="*/ 399238 w 609549"/>
              <a:gd name="connsiteY84" fmla="*/ 280370 h 586216"/>
              <a:gd name="connsiteX85" fmla="*/ 328482 w 609549"/>
              <a:gd name="connsiteY85" fmla="*/ 209712 h 586216"/>
              <a:gd name="connsiteX86" fmla="*/ 372240 w 609549"/>
              <a:gd name="connsiteY86" fmla="*/ 166015 h 586216"/>
              <a:gd name="connsiteX87" fmla="*/ 400571 w 609549"/>
              <a:gd name="connsiteY87" fmla="*/ 36064 h 586216"/>
              <a:gd name="connsiteX88" fmla="*/ 503105 w 609549"/>
              <a:gd name="connsiteY88" fmla="*/ 953 h 586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48784" y="3825089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048784" y="4344373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048784" y="4863656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789839" y="3825089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789839" y="4344373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789839" y="4863656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530895" y="3825089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530895" y="4344373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530895" y="4863656"/>
            <a:ext cx="2572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9" name="ïśļiḑé"/>
          <p:cNvSpPr/>
          <p:nvPr/>
        </p:nvSpPr>
        <p:spPr>
          <a:xfrm>
            <a:off x="2130732" y="3275096"/>
            <a:ext cx="409044" cy="320824"/>
          </a:xfrm>
          <a:custGeom>
            <a:avLst/>
            <a:gdLst>
              <a:gd name="connsiteX0" fmla="*/ 194066 w 609218"/>
              <a:gd name="connsiteY0" fmla="*/ 253381 h 477827"/>
              <a:gd name="connsiteX1" fmla="*/ 351654 w 609218"/>
              <a:gd name="connsiteY1" fmla="*/ 408172 h 477827"/>
              <a:gd name="connsiteX2" fmla="*/ 405906 w 609218"/>
              <a:gd name="connsiteY2" fmla="*/ 408172 h 477827"/>
              <a:gd name="connsiteX3" fmla="*/ 405906 w 609218"/>
              <a:gd name="connsiteY3" fmla="*/ 477827 h 477827"/>
              <a:gd name="connsiteX4" fmla="*/ 217317 w 609218"/>
              <a:gd name="connsiteY4" fmla="*/ 477827 h 477827"/>
              <a:gd name="connsiteX5" fmla="*/ 217317 w 609218"/>
              <a:gd name="connsiteY5" fmla="*/ 408172 h 477827"/>
              <a:gd name="connsiteX6" fmla="*/ 237984 w 609218"/>
              <a:gd name="connsiteY6" fmla="*/ 408172 h 477827"/>
              <a:gd name="connsiteX7" fmla="*/ 137231 w 609218"/>
              <a:gd name="connsiteY7" fmla="*/ 307558 h 477827"/>
              <a:gd name="connsiteX8" fmla="*/ 173399 w 609218"/>
              <a:gd name="connsiteY8" fmla="*/ 286919 h 477827"/>
              <a:gd name="connsiteX9" fmla="*/ 194066 w 609218"/>
              <a:gd name="connsiteY9" fmla="*/ 253381 h 477827"/>
              <a:gd name="connsiteX10" fmla="*/ 91763 w 609218"/>
              <a:gd name="connsiteY10" fmla="*/ 157485 h 477827"/>
              <a:gd name="connsiteX11" fmla="*/ 129378 w 609218"/>
              <a:gd name="connsiteY11" fmla="*/ 195100 h 477827"/>
              <a:gd name="connsiteX12" fmla="*/ 91763 w 609218"/>
              <a:gd name="connsiteY12" fmla="*/ 232715 h 477827"/>
              <a:gd name="connsiteX13" fmla="*/ 54148 w 609218"/>
              <a:gd name="connsiteY13" fmla="*/ 195100 h 477827"/>
              <a:gd name="connsiteX14" fmla="*/ 91763 w 609218"/>
              <a:gd name="connsiteY14" fmla="*/ 157485 h 477827"/>
              <a:gd name="connsiteX15" fmla="*/ 90471 w 609218"/>
              <a:gd name="connsiteY15" fmla="*/ 126600 h 477827"/>
              <a:gd name="connsiteX16" fmla="*/ 20679 w 609218"/>
              <a:gd name="connsiteY16" fmla="*/ 196391 h 477827"/>
              <a:gd name="connsiteX17" fmla="*/ 90471 w 609218"/>
              <a:gd name="connsiteY17" fmla="*/ 266182 h 477827"/>
              <a:gd name="connsiteX18" fmla="*/ 160262 w 609218"/>
              <a:gd name="connsiteY18" fmla="*/ 196391 h 477827"/>
              <a:gd name="connsiteX19" fmla="*/ 90471 w 609218"/>
              <a:gd name="connsiteY19" fmla="*/ 126600 h 477827"/>
              <a:gd name="connsiteX20" fmla="*/ 90471 w 609218"/>
              <a:gd name="connsiteY20" fmla="*/ 103336 h 477827"/>
              <a:gd name="connsiteX21" fmla="*/ 183526 w 609218"/>
              <a:gd name="connsiteY21" fmla="*/ 196391 h 477827"/>
              <a:gd name="connsiteX22" fmla="*/ 90471 w 609218"/>
              <a:gd name="connsiteY22" fmla="*/ 286861 h 477827"/>
              <a:gd name="connsiteX23" fmla="*/ 0 w 609218"/>
              <a:gd name="connsiteY23" fmla="*/ 196391 h 477827"/>
              <a:gd name="connsiteX24" fmla="*/ 90471 w 609218"/>
              <a:gd name="connsiteY24" fmla="*/ 103336 h 477827"/>
              <a:gd name="connsiteX25" fmla="*/ 473359 w 609218"/>
              <a:gd name="connsiteY25" fmla="*/ 0 h 477827"/>
              <a:gd name="connsiteX26" fmla="*/ 589810 w 609218"/>
              <a:gd name="connsiteY26" fmla="*/ 38732 h 477827"/>
              <a:gd name="connsiteX27" fmla="*/ 594985 w 609218"/>
              <a:gd name="connsiteY27" fmla="*/ 51643 h 477827"/>
              <a:gd name="connsiteX28" fmla="*/ 589810 w 609218"/>
              <a:gd name="connsiteY28" fmla="*/ 56807 h 477827"/>
              <a:gd name="connsiteX29" fmla="*/ 584634 w 609218"/>
              <a:gd name="connsiteY29" fmla="*/ 56807 h 477827"/>
              <a:gd name="connsiteX30" fmla="*/ 473359 w 609218"/>
              <a:gd name="connsiteY30" fmla="*/ 20657 h 477827"/>
              <a:gd name="connsiteX31" fmla="*/ 431954 w 609218"/>
              <a:gd name="connsiteY31" fmla="*/ 74882 h 477827"/>
              <a:gd name="connsiteX32" fmla="*/ 447481 w 609218"/>
              <a:gd name="connsiteY32" fmla="*/ 144600 h 477827"/>
              <a:gd name="connsiteX33" fmla="*/ 509588 w 609218"/>
              <a:gd name="connsiteY33" fmla="*/ 178168 h 477827"/>
              <a:gd name="connsiteX34" fmla="*/ 592397 w 609218"/>
              <a:gd name="connsiteY34" fmla="*/ 95539 h 477827"/>
              <a:gd name="connsiteX35" fmla="*/ 605336 w 609218"/>
              <a:gd name="connsiteY35" fmla="*/ 95539 h 477827"/>
              <a:gd name="connsiteX36" fmla="*/ 605336 w 609218"/>
              <a:gd name="connsiteY36" fmla="*/ 108450 h 477827"/>
              <a:gd name="connsiteX37" fmla="*/ 517351 w 609218"/>
              <a:gd name="connsiteY37" fmla="*/ 196243 h 477827"/>
              <a:gd name="connsiteX38" fmla="*/ 512176 w 609218"/>
              <a:gd name="connsiteY38" fmla="*/ 198825 h 477827"/>
              <a:gd name="connsiteX39" fmla="*/ 507000 w 609218"/>
              <a:gd name="connsiteY39" fmla="*/ 196243 h 477827"/>
              <a:gd name="connsiteX40" fmla="*/ 452657 w 609218"/>
              <a:gd name="connsiteY40" fmla="*/ 170421 h 477827"/>
              <a:gd name="connsiteX41" fmla="*/ 421603 w 609218"/>
              <a:gd name="connsiteY41" fmla="*/ 178168 h 477827"/>
              <a:gd name="connsiteX42" fmla="*/ 416427 w 609218"/>
              <a:gd name="connsiteY42" fmla="*/ 157511 h 477827"/>
              <a:gd name="connsiteX43" fmla="*/ 199053 w 609218"/>
              <a:gd name="connsiteY43" fmla="*/ 209153 h 477827"/>
              <a:gd name="connsiteX44" fmla="*/ 199053 w 609218"/>
              <a:gd name="connsiteY44" fmla="*/ 165257 h 477827"/>
              <a:gd name="connsiteX45" fmla="*/ 183526 w 609218"/>
              <a:gd name="connsiteY45" fmla="*/ 129107 h 477827"/>
              <a:gd name="connsiteX46" fmla="*/ 398313 w 609218"/>
              <a:gd name="connsiteY46" fmla="*/ 80046 h 477827"/>
              <a:gd name="connsiteX47" fmla="*/ 393137 w 609218"/>
              <a:gd name="connsiteY47" fmla="*/ 61972 h 477827"/>
              <a:gd name="connsiteX48" fmla="*/ 424191 w 609218"/>
              <a:gd name="connsiteY48" fmla="*/ 54225 h 477827"/>
              <a:gd name="connsiteX49" fmla="*/ 463008 w 609218"/>
              <a:gd name="connsiteY49" fmla="*/ 2582 h 477827"/>
              <a:gd name="connsiteX50" fmla="*/ 473359 w 609218"/>
              <a:gd name="connsiteY50" fmla="*/ 0 h 477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609218" h="477827">
                <a:moveTo>
                  <a:pt x="194066" y="253381"/>
                </a:moveTo>
                <a:lnTo>
                  <a:pt x="351654" y="408172"/>
                </a:lnTo>
                <a:lnTo>
                  <a:pt x="405906" y="408172"/>
                </a:lnTo>
                <a:lnTo>
                  <a:pt x="405906" y="477827"/>
                </a:lnTo>
                <a:lnTo>
                  <a:pt x="217317" y="477827"/>
                </a:lnTo>
                <a:lnTo>
                  <a:pt x="217317" y="408172"/>
                </a:lnTo>
                <a:lnTo>
                  <a:pt x="237984" y="408172"/>
                </a:lnTo>
                <a:lnTo>
                  <a:pt x="137231" y="307558"/>
                </a:lnTo>
                <a:cubicBezTo>
                  <a:pt x="150148" y="304978"/>
                  <a:pt x="163065" y="297239"/>
                  <a:pt x="173399" y="286919"/>
                </a:cubicBezTo>
                <a:cubicBezTo>
                  <a:pt x="183732" y="276600"/>
                  <a:pt x="191483" y="266280"/>
                  <a:pt x="194066" y="253381"/>
                </a:cubicBezTo>
                <a:close/>
                <a:moveTo>
                  <a:pt x="91763" y="157485"/>
                </a:moveTo>
                <a:cubicBezTo>
                  <a:pt x="112537" y="157485"/>
                  <a:pt x="129378" y="174326"/>
                  <a:pt x="129378" y="195100"/>
                </a:cubicBezTo>
                <a:cubicBezTo>
                  <a:pt x="129378" y="215874"/>
                  <a:pt x="112537" y="232715"/>
                  <a:pt x="91763" y="232715"/>
                </a:cubicBezTo>
                <a:cubicBezTo>
                  <a:pt x="70989" y="232715"/>
                  <a:pt x="54148" y="215874"/>
                  <a:pt x="54148" y="195100"/>
                </a:cubicBezTo>
                <a:cubicBezTo>
                  <a:pt x="54148" y="174326"/>
                  <a:pt x="70989" y="157485"/>
                  <a:pt x="91763" y="157485"/>
                </a:cubicBezTo>
                <a:close/>
                <a:moveTo>
                  <a:pt x="90471" y="126600"/>
                </a:moveTo>
                <a:cubicBezTo>
                  <a:pt x="51697" y="126600"/>
                  <a:pt x="20679" y="157618"/>
                  <a:pt x="20679" y="196391"/>
                </a:cubicBezTo>
                <a:cubicBezTo>
                  <a:pt x="20679" y="232579"/>
                  <a:pt x="51697" y="266182"/>
                  <a:pt x="90471" y="266182"/>
                </a:cubicBezTo>
                <a:cubicBezTo>
                  <a:pt x="129244" y="266182"/>
                  <a:pt x="160262" y="232579"/>
                  <a:pt x="160262" y="196391"/>
                </a:cubicBezTo>
                <a:cubicBezTo>
                  <a:pt x="160262" y="157618"/>
                  <a:pt x="129244" y="126600"/>
                  <a:pt x="90471" y="126600"/>
                </a:cubicBezTo>
                <a:close/>
                <a:moveTo>
                  <a:pt x="90471" y="103336"/>
                </a:moveTo>
                <a:cubicBezTo>
                  <a:pt x="142168" y="103336"/>
                  <a:pt x="183526" y="144694"/>
                  <a:pt x="183526" y="196391"/>
                </a:cubicBezTo>
                <a:cubicBezTo>
                  <a:pt x="183526" y="245503"/>
                  <a:pt x="142168" y="286861"/>
                  <a:pt x="90471" y="286861"/>
                </a:cubicBezTo>
                <a:cubicBezTo>
                  <a:pt x="41358" y="286861"/>
                  <a:pt x="0" y="245503"/>
                  <a:pt x="0" y="196391"/>
                </a:cubicBezTo>
                <a:cubicBezTo>
                  <a:pt x="0" y="144694"/>
                  <a:pt x="41358" y="103336"/>
                  <a:pt x="90471" y="103336"/>
                </a:cubicBezTo>
                <a:close/>
                <a:moveTo>
                  <a:pt x="473359" y="0"/>
                </a:moveTo>
                <a:lnTo>
                  <a:pt x="589810" y="38732"/>
                </a:lnTo>
                <a:cubicBezTo>
                  <a:pt x="594985" y="41314"/>
                  <a:pt x="597573" y="46479"/>
                  <a:pt x="594985" y="51643"/>
                </a:cubicBezTo>
                <a:cubicBezTo>
                  <a:pt x="594985" y="54225"/>
                  <a:pt x="592397" y="56807"/>
                  <a:pt x="589810" y="56807"/>
                </a:cubicBezTo>
                <a:cubicBezTo>
                  <a:pt x="587222" y="56807"/>
                  <a:pt x="584634" y="56807"/>
                  <a:pt x="584634" y="56807"/>
                </a:cubicBezTo>
                <a:lnTo>
                  <a:pt x="473359" y="20657"/>
                </a:lnTo>
                <a:lnTo>
                  <a:pt x="431954" y="74882"/>
                </a:lnTo>
                <a:lnTo>
                  <a:pt x="447481" y="144600"/>
                </a:lnTo>
                <a:lnTo>
                  <a:pt x="509588" y="178168"/>
                </a:lnTo>
                <a:lnTo>
                  <a:pt x="592397" y="95539"/>
                </a:lnTo>
                <a:cubicBezTo>
                  <a:pt x="597573" y="92957"/>
                  <a:pt x="602749" y="92957"/>
                  <a:pt x="605336" y="95539"/>
                </a:cubicBezTo>
                <a:cubicBezTo>
                  <a:pt x="610512" y="100704"/>
                  <a:pt x="610512" y="105868"/>
                  <a:pt x="605336" y="108450"/>
                </a:cubicBezTo>
                <a:lnTo>
                  <a:pt x="517351" y="196243"/>
                </a:lnTo>
                <a:cubicBezTo>
                  <a:pt x="517351" y="196243"/>
                  <a:pt x="514764" y="198825"/>
                  <a:pt x="512176" y="198825"/>
                </a:cubicBezTo>
                <a:cubicBezTo>
                  <a:pt x="512176" y="198825"/>
                  <a:pt x="509588" y="198825"/>
                  <a:pt x="507000" y="196243"/>
                </a:cubicBezTo>
                <a:lnTo>
                  <a:pt x="452657" y="170421"/>
                </a:lnTo>
                <a:lnTo>
                  <a:pt x="421603" y="178168"/>
                </a:lnTo>
                <a:lnTo>
                  <a:pt x="416427" y="157511"/>
                </a:lnTo>
                <a:lnTo>
                  <a:pt x="199053" y="209153"/>
                </a:lnTo>
                <a:cubicBezTo>
                  <a:pt x="201641" y="193660"/>
                  <a:pt x="201641" y="180750"/>
                  <a:pt x="199053" y="165257"/>
                </a:cubicBezTo>
                <a:cubicBezTo>
                  <a:pt x="196465" y="152346"/>
                  <a:pt x="191289" y="139436"/>
                  <a:pt x="183526" y="129107"/>
                </a:cubicBezTo>
                <a:lnTo>
                  <a:pt x="398313" y="80046"/>
                </a:lnTo>
                <a:lnTo>
                  <a:pt x="393137" y="61972"/>
                </a:lnTo>
                <a:lnTo>
                  <a:pt x="424191" y="54225"/>
                </a:lnTo>
                <a:lnTo>
                  <a:pt x="463008" y="2582"/>
                </a:lnTo>
                <a:cubicBezTo>
                  <a:pt x="465596" y="0"/>
                  <a:pt x="468183" y="0"/>
                  <a:pt x="4733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0" name="ïśļiḑé"/>
          <p:cNvSpPr/>
          <p:nvPr/>
        </p:nvSpPr>
        <p:spPr>
          <a:xfrm>
            <a:off x="9619026" y="3230986"/>
            <a:ext cx="396677" cy="409044"/>
          </a:xfrm>
          <a:custGeom>
            <a:avLst/>
            <a:gdLst>
              <a:gd name="connsiteX0" fmla="*/ 378299 w 559975"/>
              <a:gd name="connsiteY0" fmla="*/ 109628 h 577432"/>
              <a:gd name="connsiteX1" fmla="*/ 378299 w 559975"/>
              <a:gd name="connsiteY1" fmla="*/ 209082 h 577432"/>
              <a:gd name="connsiteX2" fmla="*/ 441010 w 559975"/>
              <a:gd name="connsiteY2" fmla="*/ 245917 h 577432"/>
              <a:gd name="connsiteX3" fmla="*/ 504642 w 559975"/>
              <a:gd name="connsiteY3" fmla="*/ 209082 h 577432"/>
              <a:gd name="connsiteX4" fmla="*/ 504642 w 559975"/>
              <a:gd name="connsiteY4" fmla="*/ 109628 h 577432"/>
              <a:gd name="connsiteX5" fmla="*/ 559975 w 559975"/>
              <a:gd name="connsiteY5" fmla="*/ 210003 h 577432"/>
              <a:gd name="connsiteX6" fmla="*/ 488043 w 559975"/>
              <a:gd name="connsiteY6" fmla="*/ 318666 h 577432"/>
              <a:gd name="connsiteX7" fmla="*/ 488043 w 559975"/>
              <a:gd name="connsiteY7" fmla="*/ 530467 h 577432"/>
              <a:gd name="connsiteX8" fmla="*/ 441010 w 559975"/>
              <a:gd name="connsiteY8" fmla="*/ 577432 h 577432"/>
              <a:gd name="connsiteX9" fmla="*/ 393977 w 559975"/>
              <a:gd name="connsiteY9" fmla="*/ 530467 h 577432"/>
              <a:gd name="connsiteX10" fmla="*/ 393977 w 559975"/>
              <a:gd name="connsiteY10" fmla="*/ 318666 h 577432"/>
              <a:gd name="connsiteX11" fmla="*/ 322966 w 559975"/>
              <a:gd name="connsiteY11" fmla="*/ 210003 h 577432"/>
              <a:gd name="connsiteX12" fmla="*/ 378299 w 559975"/>
              <a:gd name="connsiteY12" fmla="*/ 109628 h 577432"/>
              <a:gd name="connsiteX13" fmla="*/ 235212 w 559975"/>
              <a:gd name="connsiteY13" fmla="*/ 0 h 577432"/>
              <a:gd name="connsiteX14" fmla="*/ 372650 w 559975"/>
              <a:gd name="connsiteY14" fmla="*/ 74596 h 577432"/>
              <a:gd name="connsiteX15" fmla="*/ 360659 w 559975"/>
              <a:gd name="connsiteY15" fmla="*/ 81964 h 577432"/>
              <a:gd name="connsiteX16" fmla="*/ 310849 w 559975"/>
              <a:gd name="connsiteY16" fmla="*/ 133537 h 577432"/>
              <a:gd name="connsiteX17" fmla="*/ 235212 w 559975"/>
              <a:gd name="connsiteY17" fmla="*/ 81964 h 577432"/>
              <a:gd name="connsiteX18" fmla="*/ 152196 w 559975"/>
              <a:gd name="connsiteY18" fmla="*/ 164849 h 577432"/>
              <a:gd name="connsiteX19" fmla="*/ 152196 w 559975"/>
              <a:gd name="connsiteY19" fmla="*/ 244971 h 577432"/>
              <a:gd name="connsiteX20" fmla="*/ 294246 w 559975"/>
              <a:gd name="connsiteY20" fmla="*/ 244971 h 577432"/>
              <a:gd name="connsiteX21" fmla="*/ 361581 w 559975"/>
              <a:gd name="connsiteY21" fmla="*/ 337986 h 577432"/>
              <a:gd name="connsiteX22" fmla="*/ 361581 w 559975"/>
              <a:gd name="connsiteY22" fmla="*/ 530464 h 577432"/>
              <a:gd name="connsiteX23" fmla="*/ 377262 w 559975"/>
              <a:gd name="connsiteY23" fmla="*/ 577432 h 577432"/>
              <a:gd name="connsiteX24" fmla="*/ 61801 w 559975"/>
              <a:gd name="connsiteY24" fmla="*/ 577432 h 577432"/>
              <a:gd name="connsiteX25" fmla="*/ 0 w 559975"/>
              <a:gd name="connsiteY25" fmla="*/ 515729 h 577432"/>
              <a:gd name="connsiteX26" fmla="*/ 0 w 559975"/>
              <a:gd name="connsiteY26" fmla="*/ 306674 h 577432"/>
              <a:gd name="connsiteX27" fmla="*/ 61801 w 559975"/>
              <a:gd name="connsiteY27" fmla="*/ 244971 h 577432"/>
              <a:gd name="connsiteX28" fmla="*/ 70102 w 559975"/>
              <a:gd name="connsiteY28" fmla="*/ 244971 h 577432"/>
              <a:gd name="connsiteX29" fmla="*/ 70102 w 559975"/>
              <a:gd name="connsiteY29" fmla="*/ 164849 h 577432"/>
              <a:gd name="connsiteX30" fmla="*/ 235212 w 559975"/>
              <a:gd name="connsiteY30" fmla="*/ 0 h 57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59975" h="577432">
                <a:moveTo>
                  <a:pt x="378299" y="109628"/>
                </a:moveTo>
                <a:lnTo>
                  <a:pt x="378299" y="209082"/>
                </a:lnTo>
                <a:cubicBezTo>
                  <a:pt x="378299" y="209082"/>
                  <a:pt x="406888" y="245917"/>
                  <a:pt x="441010" y="245917"/>
                </a:cubicBezTo>
                <a:cubicBezTo>
                  <a:pt x="475132" y="245917"/>
                  <a:pt x="504642" y="209082"/>
                  <a:pt x="504642" y="209082"/>
                </a:cubicBezTo>
                <a:lnTo>
                  <a:pt x="504642" y="109628"/>
                </a:lnTo>
                <a:cubicBezTo>
                  <a:pt x="537842" y="130808"/>
                  <a:pt x="559975" y="167643"/>
                  <a:pt x="559975" y="210003"/>
                </a:cubicBezTo>
                <a:cubicBezTo>
                  <a:pt x="559975" y="258810"/>
                  <a:pt x="530464" y="300249"/>
                  <a:pt x="488043" y="318666"/>
                </a:cubicBezTo>
                <a:lnTo>
                  <a:pt x="488043" y="530467"/>
                </a:lnTo>
                <a:cubicBezTo>
                  <a:pt x="488043" y="556252"/>
                  <a:pt x="466832" y="577432"/>
                  <a:pt x="441010" y="577432"/>
                </a:cubicBezTo>
                <a:cubicBezTo>
                  <a:pt x="415188" y="577432"/>
                  <a:pt x="393977" y="556252"/>
                  <a:pt x="393977" y="530467"/>
                </a:cubicBezTo>
                <a:lnTo>
                  <a:pt x="393977" y="318666"/>
                </a:lnTo>
                <a:cubicBezTo>
                  <a:pt x="352477" y="300249"/>
                  <a:pt x="322966" y="258810"/>
                  <a:pt x="322966" y="210003"/>
                </a:cubicBezTo>
                <a:cubicBezTo>
                  <a:pt x="322966" y="167643"/>
                  <a:pt x="345099" y="130808"/>
                  <a:pt x="378299" y="109628"/>
                </a:cubicBezTo>
                <a:close/>
                <a:moveTo>
                  <a:pt x="235212" y="0"/>
                </a:moveTo>
                <a:cubicBezTo>
                  <a:pt x="292401" y="0"/>
                  <a:pt x="343133" y="29470"/>
                  <a:pt x="372650" y="74596"/>
                </a:cubicBezTo>
                <a:lnTo>
                  <a:pt x="360659" y="81964"/>
                </a:lnTo>
                <a:cubicBezTo>
                  <a:pt x="339444" y="94857"/>
                  <a:pt x="322840" y="113276"/>
                  <a:pt x="310849" y="133537"/>
                </a:cubicBezTo>
                <a:cubicBezTo>
                  <a:pt x="298858" y="103146"/>
                  <a:pt x="269341" y="81964"/>
                  <a:pt x="235212" y="81964"/>
                </a:cubicBezTo>
                <a:cubicBezTo>
                  <a:pt x="189092" y="81964"/>
                  <a:pt x="152196" y="119723"/>
                  <a:pt x="152196" y="164849"/>
                </a:cubicBezTo>
                <a:lnTo>
                  <a:pt x="152196" y="244971"/>
                </a:lnTo>
                <a:lnTo>
                  <a:pt x="294246" y="244971"/>
                </a:lnTo>
                <a:cubicBezTo>
                  <a:pt x="303470" y="283651"/>
                  <a:pt x="327453" y="316805"/>
                  <a:pt x="361581" y="337986"/>
                </a:cubicBezTo>
                <a:lnTo>
                  <a:pt x="361581" y="530464"/>
                </a:lnTo>
                <a:cubicBezTo>
                  <a:pt x="361581" y="547962"/>
                  <a:pt x="367116" y="563618"/>
                  <a:pt x="377262" y="577432"/>
                </a:cubicBezTo>
                <a:lnTo>
                  <a:pt x="61801" y="577432"/>
                </a:lnTo>
                <a:cubicBezTo>
                  <a:pt x="27672" y="577432"/>
                  <a:pt x="0" y="548883"/>
                  <a:pt x="0" y="515729"/>
                </a:cubicBezTo>
                <a:lnTo>
                  <a:pt x="0" y="306674"/>
                </a:lnTo>
                <a:cubicBezTo>
                  <a:pt x="0" y="272599"/>
                  <a:pt x="27672" y="244971"/>
                  <a:pt x="61801" y="244971"/>
                </a:cubicBezTo>
                <a:lnTo>
                  <a:pt x="70102" y="244971"/>
                </a:lnTo>
                <a:lnTo>
                  <a:pt x="70102" y="164849"/>
                </a:lnTo>
                <a:cubicBezTo>
                  <a:pt x="70102" y="73676"/>
                  <a:pt x="143894" y="0"/>
                  <a:pt x="2352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5349240" y="4417695"/>
            <a:ext cx="1493520" cy="2325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113845" y="4417695"/>
            <a:ext cx="1493520" cy="2325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03✪</a:t>
            </a:r>
            <a:r>
              <a:rPr lang="zh-CN" altLang="en-US" dirty="0">
                <a:cs typeface="+mn-ea"/>
              </a:rPr>
              <a:t>并列</a:t>
            </a:r>
            <a:endParaRPr lang="zh-CN" altLang="en-US" dirty="0">
              <a:ea typeface="+mn-ea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60400" y="1557878"/>
            <a:ext cx="3342640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主题和样式也有助于文档保持协调。当应用样式时，您的标题会进行更改以匹配新的主题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188962" y="1557878"/>
            <a:ext cx="3342640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主题和样式也有助于文档保持协调。当应用样式时，您的标题会进行更改以匹配新的主题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424680" y="1557878"/>
            <a:ext cx="3342640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主题和样式也有助于文档保持协调。当应用样式时，您的标题会进行更改以匹配新的主题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325234" y="3452838"/>
            <a:ext cx="2012326" cy="2012326"/>
            <a:chOff x="1279514" y="3407118"/>
            <a:chExt cx="2103766" cy="2103766"/>
          </a:xfrm>
        </p:grpSpPr>
        <p:sp>
          <p:nvSpPr>
            <p:cNvPr id="74" name="弧形 73"/>
            <p:cNvSpPr/>
            <p:nvPr/>
          </p:nvSpPr>
          <p:spPr>
            <a:xfrm rot="1401336">
              <a:off x="1379197" y="3506801"/>
              <a:ext cx="1904400" cy="1904400"/>
            </a:xfrm>
            <a:prstGeom prst="arc">
              <a:avLst>
                <a:gd name="adj1" fmla="val 1694850"/>
                <a:gd name="adj2" fmla="val 4321068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弧形 9"/>
            <p:cNvSpPr/>
            <p:nvPr/>
          </p:nvSpPr>
          <p:spPr>
            <a:xfrm rot="1401336">
              <a:off x="1379197" y="3506801"/>
              <a:ext cx="1904400" cy="1904400"/>
            </a:xfrm>
            <a:prstGeom prst="arc">
              <a:avLst>
                <a:gd name="adj1" fmla="val 17881533"/>
                <a:gd name="adj2" fmla="val 0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弧形 58"/>
            <p:cNvSpPr/>
            <p:nvPr/>
          </p:nvSpPr>
          <p:spPr>
            <a:xfrm rot="3733713">
              <a:off x="1379197" y="3506801"/>
              <a:ext cx="1904400" cy="1904400"/>
            </a:xfrm>
            <a:prstGeom prst="arc">
              <a:avLst>
                <a:gd name="adj1" fmla="val 20007138"/>
                <a:gd name="adj2" fmla="val 0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弧形 68"/>
            <p:cNvSpPr/>
            <p:nvPr/>
          </p:nvSpPr>
          <p:spPr>
            <a:xfrm rot="16825714">
              <a:off x="1379197" y="3506801"/>
              <a:ext cx="1904400" cy="1904400"/>
            </a:xfrm>
            <a:prstGeom prst="arc">
              <a:avLst>
                <a:gd name="adj1" fmla="val 16200000"/>
                <a:gd name="adj2" fmla="val 1480403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5" name="弧形 54"/>
            <p:cNvSpPr/>
            <p:nvPr/>
          </p:nvSpPr>
          <p:spPr>
            <a:xfrm rot="10800000">
              <a:off x="1379197" y="3506801"/>
              <a:ext cx="1904400" cy="1904400"/>
            </a:xfrm>
            <a:prstGeom prst="arc">
              <a:avLst>
                <a:gd name="adj1" fmla="val 16200000"/>
                <a:gd name="adj2" fmla="val 19917439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弧形 61"/>
            <p:cNvSpPr/>
            <p:nvPr/>
          </p:nvSpPr>
          <p:spPr>
            <a:xfrm rot="16958775">
              <a:off x="1379197" y="3506801"/>
              <a:ext cx="1904400" cy="1904400"/>
            </a:xfrm>
            <a:prstGeom prst="arc">
              <a:avLst>
                <a:gd name="adj1" fmla="val 16832099"/>
                <a:gd name="adj2" fmla="val 0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0" name="弧形 69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17966248"/>
                <a:gd name="adj2" fmla="val 19673009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1" name="弧形 70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9043626"/>
                <a:gd name="adj2" fmla="val 11851278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2" name="弧形 71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20819749"/>
                <a:gd name="adj2" fmla="val 2417885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弧形 72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4340879"/>
                <a:gd name="adj2" fmla="val 7249524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2" name="等腰三角形 11"/>
          <p:cNvSpPr/>
          <p:nvPr/>
        </p:nvSpPr>
        <p:spPr>
          <a:xfrm>
            <a:off x="2194237" y="3041799"/>
            <a:ext cx="274320" cy="236483"/>
          </a:xfrm>
          <a:prstGeom prst="triangle">
            <a:avLst/>
          </a:prstGeom>
          <a:solidFill>
            <a:schemeClr val="accent2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84960" y="4417695"/>
            <a:ext cx="1493520" cy="2325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79843" y="4204430"/>
            <a:ext cx="1903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你的小标题</a:t>
            </a:r>
          </a:p>
        </p:txBody>
      </p:sp>
      <p:grpSp>
        <p:nvGrpSpPr>
          <p:cNvPr id="272" name="组合 271"/>
          <p:cNvGrpSpPr/>
          <p:nvPr/>
        </p:nvGrpSpPr>
        <p:grpSpPr>
          <a:xfrm>
            <a:off x="5089837" y="3452838"/>
            <a:ext cx="2012326" cy="2012326"/>
            <a:chOff x="1279514" y="3407118"/>
            <a:chExt cx="2103766" cy="2103766"/>
          </a:xfrm>
        </p:grpSpPr>
        <p:sp>
          <p:nvSpPr>
            <p:cNvPr id="276" name="弧形 275"/>
            <p:cNvSpPr/>
            <p:nvPr/>
          </p:nvSpPr>
          <p:spPr>
            <a:xfrm rot="1401336">
              <a:off x="1379197" y="3506801"/>
              <a:ext cx="1904400" cy="1904400"/>
            </a:xfrm>
            <a:prstGeom prst="arc">
              <a:avLst>
                <a:gd name="adj1" fmla="val 1694850"/>
                <a:gd name="adj2" fmla="val 4321068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7" name="弧形 276"/>
            <p:cNvSpPr/>
            <p:nvPr/>
          </p:nvSpPr>
          <p:spPr>
            <a:xfrm rot="1401336">
              <a:off x="1379197" y="3506801"/>
              <a:ext cx="1904400" cy="1904400"/>
            </a:xfrm>
            <a:prstGeom prst="arc">
              <a:avLst>
                <a:gd name="adj1" fmla="val 17881533"/>
                <a:gd name="adj2" fmla="val 0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8" name="弧形 277"/>
            <p:cNvSpPr/>
            <p:nvPr/>
          </p:nvSpPr>
          <p:spPr>
            <a:xfrm rot="3733713">
              <a:off x="1379197" y="3506801"/>
              <a:ext cx="1904400" cy="1904400"/>
            </a:xfrm>
            <a:prstGeom prst="arc">
              <a:avLst>
                <a:gd name="adj1" fmla="val 20007138"/>
                <a:gd name="adj2" fmla="val 0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9" name="弧形 278"/>
            <p:cNvSpPr/>
            <p:nvPr/>
          </p:nvSpPr>
          <p:spPr>
            <a:xfrm rot="16825714">
              <a:off x="1379197" y="3506801"/>
              <a:ext cx="1904400" cy="1904400"/>
            </a:xfrm>
            <a:prstGeom prst="arc">
              <a:avLst>
                <a:gd name="adj1" fmla="val 16200000"/>
                <a:gd name="adj2" fmla="val 1480403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0" name="弧形 279"/>
            <p:cNvSpPr/>
            <p:nvPr/>
          </p:nvSpPr>
          <p:spPr>
            <a:xfrm rot="10800000">
              <a:off x="1379197" y="3506801"/>
              <a:ext cx="1904400" cy="1904400"/>
            </a:xfrm>
            <a:prstGeom prst="arc">
              <a:avLst>
                <a:gd name="adj1" fmla="val 16200000"/>
                <a:gd name="adj2" fmla="val 19917439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1" name="弧形 280"/>
            <p:cNvSpPr/>
            <p:nvPr/>
          </p:nvSpPr>
          <p:spPr>
            <a:xfrm rot="16958775">
              <a:off x="1379197" y="3506801"/>
              <a:ext cx="1904400" cy="1904400"/>
            </a:xfrm>
            <a:prstGeom prst="arc">
              <a:avLst>
                <a:gd name="adj1" fmla="val 16832099"/>
                <a:gd name="adj2" fmla="val 0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2" name="弧形 281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17966248"/>
                <a:gd name="adj2" fmla="val 19673009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3" name="弧形 282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9043626"/>
                <a:gd name="adj2" fmla="val 11851278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4" name="弧形 283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20819749"/>
                <a:gd name="adj2" fmla="val 2417885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5" name="弧形 284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4340879"/>
                <a:gd name="adj2" fmla="val 7249524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73" name="等腰三角形 272"/>
          <p:cNvSpPr/>
          <p:nvPr/>
        </p:nvSpPr>
        <p:spPr>
          <a:xfrm>
            <a:off x="5958840" y="3041799"/>
            <a:ext cx="274320" cy="236483"/>
          </a:xfrm>
          <a:prstGeom prst="triangle">
            <a:avLst/>
          </a:prstGeom>
          <a:solidFill>
            <a:schemeClr val="accent2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5144446" y="4204430"/>
            <a:ext cx="1903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你的小标题</a:t>
            </a:r>
          </a:p>
        </p:txBody>
      </p:sp>
      <p:grpSp>
        <p:nvGrpSpPr>
          <p:cNvPr id="287" name="组合 286"/>
          <p:cNvGrpSpPr/>
          <p:nvPr/>
        </p:nvGrpSpPr>
        <p:grpSpPr>
          <a:xfrm>
            <a:off x="8854119" y="3452838"/>
            <a:ext cx="2012326" cy="2012326"/>
            <a:chOff x="1279514" y="3407118"/>
            <a:chExt cx="2103766" cy="2103766"/>
          </a:xfrm>
        </p:grpSpPr>
        <p:sp>
          <p:nvSpPr>
            <p:cNvPr id="291" name="弧形 290"/>
            <p:cNvSpPr/>
            <p:nvPr/>
          </p:nvSpPr>
          <p:spPr>
            <a:xfrm rot="1401336">
              <a:off x="1379197" y="3506801"/>
              <a:ext cx="1904400" cy="1904400"/>
            </a:xfrm>
            <a:prstGeom prst="arc">
              <a:avLst>
                <a:gd name="adj1" fmla="val 1694850"/>
                <a:gd name="adj2" fmla="val 4321068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2" name="弧形 291"/>
            <p:cNvSpPr/>
            <p:nvPr/>
          </p:nvSpPr>
          <p:spPr>
            <a:xfrm rot="1401336">
              <a:off x="1379197" y="3506801"/>
              <a:ext cx="1904400" cy="1904400"/>
            </a:xfrm>
            <a:prstGeom prst="arc">
              <a:avLst>
                <a:gd name="adj1" fmla="val 17881533"/>
                <a:gd name="adj2" fmla="val 0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3" name="弧形 292"/>
            <p:cNvSpPr/>
            <p:nvPr/>
          </p:nvSpPr>
          <p:spPr>
            <a:xfrm rot="3733713">
              <a:off x="1379197" y="3506801"/>
              <a:ext cx="1904400" cy="1904400"/>
            </a:xfrm>
            <a:prstGeom prst="arc">
              <a:avLst>
                <a:gd name="adj1" fmla="val 20007138"/>
                <a:gd name="adj2" fmla="val 0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4" name="弧形 293"/>
            <p:cNvSpPr/>
            <p:nvPr/>
          </p:nvSpPr>
          <p:spPr>
            <a:xfrm rot="16825714">
              <a:off x="1379197" y="3506801"/>
              <a:ext cx="1904400" cy="1904400"/>
            </a:xfrm>
            <a:prstGeom prst="arc">
              <a:avLst>
                <a:gd name="adj1" fmla="val 16200000"/>
                <a:gd name="adj2" fmla="val 1480403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5" name="弧形 294"/>
            <p:cNvSpPr/>
            <p:nvPr/>
          </p:nvSpPr>
          <p:spPr>
            <a:xfrm rot="10800000">
              <a:off x="1379197" y="3506801"/>
              <a:ext cx="1904400" cy="1904400"/>
            </a:xfrm>
            <a:prstGeom prst="arc">
              <a:avLst>
                <a:gd name="adj1" fmla="val 16200000"/>
                <a:gd name="adj2" fmla="val 19917439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6" name="弧形 295"/>
            <p:cNvSpPr/>
            <p:nvPr/>
          </p:nvSpPr>
          <p:spPr>
            <a:xfrm rot="16958775">
              <a:off x="1379197" y="3506801"/>
              <a:ext cx="1904400" cy="1904400"/>
            </a:xfrm>
            <a:prstGeom prst="arc">
              <a:avLst>
                <a:gd name="adj1" fmla="val 16832099"/>
                <a:gd name="adj2" fmla="val 0"/>
              </a:avLst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7" name="弧形 296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17966248"/>
                <a:gd name="adj2" fmla="val 19673009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8" name="弧形 297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9043626"/>
                <a:gd name="adj2" fmla="val 11851278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9" name="弧形 298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20819749"/>
                <a:gd name="adj2" fmla="val 2417885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0" name="弧形 299"/>
            <p:cNvSpPr/>
            <p:nvPr/>
          </p:nvSpPr>
          <p:spPr>
            <a:xfrm>
              <a:off x="1279514" y="3407118"/>
              <a:ext cx="2103766" cy="2103766"/>
            </a:xfrm>
            <a:prstGeom prst="arc">
              <a:avLst>
                <a:gd name="adj1" fmla="val 4340879"/>
                <a:gd name="adj2" fmla="val 7249524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88" name="等腰三角形 287"/>
          <p:cNvSpPr/>
          <p:nvPr/>
        </p:nvSpPr>
        <p:spPr>
          <a:xfrm>
            <a:off x="9723122" y="3041799"/>
            <a:ext cx="274320" cy="236483"/>
          </a:xfrm>
          <a:prstGeom prst="triangle">
            <a:avLst/>
          </a:prstGeom>
          <a:solidFill>
            <a:schemeClr val="accent2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8908728" y="4204430"/>
            <a:ext cx="1903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你的小标题</a:t>
            </a:r>
          </a:p>
        </p:txBody>
      </p:sp>
      <p:grpSp>
        <p:nvGrpSpPr>
          <p:cNvPr id="306" name="组合 305"/>
          <p:cNvGrpSpPr/>
          <p:nvPr/>
        </p:nvGrpSpPr>
        <p:grpSpPr>
          <a:xfrm>
            <a:off x="0" y="4844940"/>
            <a:ext cx="12192000" cy="2013060"/>
            <a:chOff x="0" y="2257846"/>
            <a:chExt cx="12192000" cy="2013060"/>
          </a:xfrm>
        </p:grpSpPr>
        <p:sp>
          <p:nvSpPr>
            <p:cNvPr id="307" name="ïṡḷïḍè"/>
            <p:cNvSpPr/>
            <p:nvPr/>
          </p:nvSpPr>
          <p:spPr bwMode="auto">
            <a:xfrm>
              <a:off x="3633828" y="2257846"/>
              <a:ext cx="8558172" cy="2013060"/>
            </a:xfrm>
            <a:custGeom>
              <a:avLst/>
              <a:gdLst>
                <a:gd name="T0" fmla="*/ 3829 w 4788"/>
                <a:gd name="T1" fmla="*/ 0 h 2125"/>
                <a:gd name="T2" fmla="*/ 4405 w 4788"/>
                <a:gd name="T3" fmla="*/ 659 h 2125"/>
                <a:gd name="T4" fmla="*/ 4716 w 4788"/>
                <a:gd name="T5" fmla="*/ 745 h 2125"/>
                <a:gd name="T6" fmla="*/ 4788 w 4788"/>
                <a:gd name="T7" fmla="*/ 856 h 2125"/>
                <a:gd name="T8" fmla="*/ 4788 w 4788"/>
                <a:gd name="T9" fmla="*/ 1448 h 2125"/>
                <a:gd name="T10" fmla="*/ 4788 w 4788"/>
                <a:gd name="T11" fmla="*/ 2125 h 2125"/>
                <a:gd name="T12" fmla="*/ 0 w 4788"/>
                <a:gd name="T13" fmla="*/ 2125 h 2125"/>
                <a:gd name="T14" fmla="*/ 583 w 4788"/>
                <a:gd name="T15" fmla="*/ 1724 h 2125"/>
                <a:gd name="T16" fmla="*/ 926 w 4788"/>
                <a:gd name="T17" fmla="*/ 1405 h 2125"/>
                <a:gd name="T18" fmla="*/ 1524 w 4788"/>
                <a:gd name="T19" fmla="*/ 1265 h 2125"/>
                <a:gd name="T20" fmla="*/ 2369 w 4788"/>
                <a:gd name="T21" fmla="*/ 1233 h 2125"/>
                <a:gd name="T22" fmla="*/ 2744 w 4788"/>
                <a:gd name="T23" fmla="*/ 885 h 2125"/>
                <a:gd name="T24" fmla="*/ 3381 w 4788"/>
                <a:gd name="T25" fmla="*/ 484 h 2125"/>
                <a:gd name="T26" fmla="*/ 3521 w 4788"/>
                <a:gd name="T27" fmla="*/ 258 h 2125"/>
                <a:gd name="T28" fmla="*/ 3829 w 4788"/>
                <a:gd name="T29" fmla="*/ 0 h 2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88" h="2125">
                  <a:moveTo>
                    <a:pt x="3829" y="0"/>
                  </a:moveTo>
                  <a:lnTo>
                    <a:pt x="4405" y="659"/>
                  </a:lnTo>
                  <a:lnTo>
                    <a:pt x="4716" y="745"/>
                  </a:lnTo>
                  <a:lnTo>
                    <a:pt x="4788" y="856"/>
                  </a:lnTo>
                  <a:lnTo>
                    <a:pt x="4788" y="1448"/>
                  </a:lnTo>
                  <a:lnTo>
                    <a:pt x="4788" y="2125"/>
                  </a:lnTo>
                  <a:lnTo>
                    <a:pt x="0" y="2125"/>
                  </a:lnTo>
                  <a:lnTo>
                    <a:pt x="583" y="1724"/>
                  </a:lnTo>
                  <a:lnTo>
                    <a:pt x="926" y="1405"/>
                  </a:lnTo>
                  <a:lnTo>
                    <a:pt x="1524" y="1265"/>
                  </a:lnTo>
                  <a:lnTo>
                    <a:pt x="2369" y="1233"/>
                  </a:lnTo>
                  <a:lnTo>
                    <a:pt x="2744" y="885"/>
                  </a:lnTo>
                  <a:lnTo>
                    <a:pt x="3381" y="484"/>
                  </a:lnTo>
                  <a:lnTo>
                    <a:pt x="3521" y="258"/>
                  </a:lnTo>
                  <a:lnTo>
                    <a:pt x="3829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8" name="îśḷiḍé"/>
            <p:cNvSpPr/>
            <p:nvPr/>
          </p:nvSpPr>
          <p:spPr bwMode="auto">
            <a:xfrm>
              <a:off x="5328303" y="2257846"/>
              <a:ext cx="6863697" cy="2013060"/>
            </a:xfrm>
            <a:custGeom>
              <a:avLst/>
              <a:gdLst>
                <a:gd name="T0" fmla="*/ 805 w 1073"/>
                <a:gd name="T1" fmla="*/ 0 h 593"/>
                <a:gd name="T2" fmla="*/ 966 w 1073"/>
                <a:gd name="T3" fmla="*/ 184 h 593"/>
                <a:gd name="T4" fmla="*/ 1008 w 1073"/>
                <a:gd name="T5" fmla="*/ 196 h 593"/>
                <a:gd name="T6" fmla="*/ 1073 w 1073"/>
                <a:gd name="T7" fmla="*/ 300 h 593"/>
                <a:gd name="T8" fmla="*/ 1073 w 1073"/>
                <a:gd name="T9" fmla="*/ 404 h 593"/>
                <a:gd name="T10" fmla="*/ 1073 w 1073"/>
                <a:gd name="T11" fmla="*/ 593 h 593"/>
                <a:gd name="T12" fmla="*/ 0 w 1073"/>
                <a:gd name="T13" fmla="*/ 593 h 593"/>
                <a:gd name="T14" fmla="*/ 204 w 1073"/>
                <a:gd name="T15" fmla="*/ 511 h 593"/>
                <a:gd name="T16" fmla="*/ 483 w 1073"/>
                <a:gd name="T17" fmla="*/ 470 h 593"/>
                <a:gd name="T18" fmla="*/ 599 w 1073"/>
                <a:gd name="T19" fmla="*/ 378 h 593"/>
                <a:gd name="T20" fmla="*/ 729 w 1073"/>
                <a:gd name="T21" fmla="*/ 262 h 593"/>
                <a:gd name="T22" fmla="*/ 884 w 1073"/>
                <a:gd name="T23" fmla="*/ 253 h 593"/>
                <a:gd name="T24" fmla="*/ 779 w 1073"/>
                <a:gd name="T25" fmla="*/ 183 h 593"/>
                <a:gd name="T26" fmla="*/ 801 w 1073"/>
                <a:gd name="T27" fmla="*/ 110 h 593"/>
                <a:gd name="T28" fmla="*/ 805 w 1073"/>
                <a:gd name="T29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73" h="593">
                  <a:moveTo>
                    <a:pt x="805" y="0"/>
                  </a:moveTo>
                  <a:cubicBezTo>
                    <a:pt x="966" y="184"/>
                    <a:pt x="966" y="184"/>
                    <a:pt x="966" y="184"/>
                  </a:cubicBezTo>
                  <a:cubicBezTo>
                    <a:pt x="1008" y="196"/>
                    <a:pt x="1008" y="196"/>
                    <a:pt x="1008" y="196"/>
                  </a:cubicBezTo>
                  <a:cubicBezTo>
                    <a:pt x="1023" y="217"/>
                    <a:pt x="1048" y="258"/>
                    <a:pt x="1073" y="300"/>
                  </a:cubicBezTo>
                  <a:cubicBezTo>
                    <a:pt x="1073" y="404"/>
                    <a:pt x="1073" y="404"/>
                    <a:pt x="1073" y="404"/>
                  </a:cubicBezTo>
                  <a:cubicBezTo>
                    <a:pt x="1073" y="593"/>
                    <a:pt x="1073" y="593"/>
                    <a:pt x="1073" y="593"/>
                  </a:cubicBezTo>
                  <a:cubicBezTo>
                    <a:pt x="0" y="593"/>
                    <a:pt x="0" y="593"/>
                    <a:pt x="0" y="593"/>
                  </a:cubicBezTo>
                  <a:cubicBezTo>
                    <a:pt x="0" y="593"/>
                    <a:pt x="184" y="526"/>
                    <a:pt x="204" y="511"/>
                  </a:cubicBezTo>
                  <a:cubicBezTo>
                    <a:pt x="223" y="496"/>
                    <a:pt x="483" y="470"/>
                    <a:pt x="483" y="470"/>
                  </a:cubicBezTo>
                  <a:cubicBezTo>
                    <a:pt x="599" y="378"/>
                    <a:pt x="599" y="378"/>
                    <a:pt x="599" y="378"/>
                  </a:cubicBezTo>
                  <a:cubicBezTo>
                    <a:pt x="729" y="262"/>
                    <a:pt x="729" y="262"/>
                    <a:pt x="729" y="262"/>
                  </a:cubicBezTo>
                  <a:cubicBezTo>
                    <a:pt x="884" y="253"/>
                    <a:pt x="884" y="253"/>
                    <a:pt x="884" y="253"/>
                  </a:cubicBezTo>
                  <a:cubicBezTo>
                    <a:pt x="779" y="183"/>
                    <a:pt x="779" y="183"/>
                    <a:pt x="779" y="183"/>
                  </a:cubicBezTo>
                  <a:cubicBezTo>
                    <a:pt x="779" y="183"/>
                    <a:pt x="796" y="127"/>
                    <a:pt x="801" y="110"/>
                  </a:cubicBezTo>
                  <a:cubicBezTo>
                    <a:pt x="806" y="93"/>
                    <a:pt x="805" y="0"/>
                    <a:pt x="80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9" name="íŝḷïḍè"/>
            <p:cNvSpPr/>
            <p:nvPr/>
          </p:nvSpPr>
          <p:spPr bwMode="auto">
            <a:xfrm>
              <a:off x="0" y="2257846"/>
              <a:ext cx="9875502" cy="2013060"/>
            </a:xfrm>
            <a:custGeom>
              <a:avLst/>
              <a:gdLst>
                <a:gd name="T0" fmla="*/ 1693 w 5525"/>
                <a:gd name="T1" fmla="*/ 0 h 2125"/>
                <a:gd name="T2" fmla="*/ 1117 w 5525"/>
                <a:gd name="T3" fmla="*/ 659 h 2125"/>
                <a:gd name="T4" fmla="*/ 809 w 5525"/>
                <a:gd name="T5" fmla="*/ 745 h 2125"/>
                <a:gd name="T6" fmla="*/ 322 w 5525"/>
                <a:gd name="T7" fmla="*/ 1505 h 2125"/>
                <a:gd name="T8" fmla="*/ 39 w 5525"/>
                <a:gd name="T9" fmla="*/ 1548 h 2125"/>
                <a:gd name="T10" fmla="*/ 0 w 5525"/>
                <a:gd name="T11" fmla="*/ 1616 h 2125"/>
                <a:gd name="T12" fmla="*/ 0 w 5525"/>
                <a:gd name="T13" fmla="*/ 2125 h 2125"/>
                <a:gd name="T14" fmla="*/ 5525 w 5525"/>
                <a:gd name="T15" fmla="*/ 2125 h 2125"/>
                <a:gd name="T16" fmla="*/ 4942 w 5525"/>
                <a:gd name="T17" fmla="*/ 1724 h 2125"/>
                <a:gd name="T18" fmla="*/ 4598 w 5525"/>
                <a:gd name="T19" fmla="*/ 1405 h 2125"/>
                <a:gd name="T20" fmla="*/ 3997 w 5525"/>
                <a:gd name="T21" fmla="*/ 1265 h 2125"/>
                <a:gd name="T22" fmla="*/ 3579 w 5525"/>
                <a:gd name="T23" fmla="*/ 910 h 2125"/>
                <a:gd name="T24" fmla="*/ 2781 w 5525"/>
                <a:gd name="T25" fmla="*/ 885 h 2125"/>
                <a:gd name="T26" fmla="*/ 2144 w 5525"/>
                <a:gd name="T27" fmla="*/ 484 h 2125"/>
                <a:gd name="T28" fmla="*/ 2004 w 5525"/>
                <a:gd name="T29" fmla="*/ 258 h 2125"/>
                <a:gd name="T30" fmla="*/ 1693 w 5525"/>
                <a:gd name="T31" fmla="*/ 0 h 2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25" h="2125">
                  <a:moveTo>
                    <a:pt x="1693" y="0"/>
                  </a:moveTo>
                  <a:lnTo>
                    <a:pt x="1117" y="659"/>
                  </a:lnTo>
                  <a:lnTo>
                    <a:pt x="809" y="745"/>
                  </a:lnTo>
                  <a:lnTo>
                    <a:pt x="322" y="1505"/>
                  </a:lnTo>
                  <a:lnTo>
                    <a:pt x="39" y="1548"/>
                  </a:lnTo>
                  <a:lnTo>
                    <a:pt x="0" y="1616"/>
                  </a:lnTo>
                  <a:lnTo>
                    <a:pt x="0" y="2125"/>
                  </a:lnTo>
                  <a:lnTo>
                    <a:pt x="5525" y="2125"/>
                  </a:lnTo>
                  <a:lnTo>
                    <a:pt x="4942" y="1724"/>
                  </a:lnTo>
                  <a:lnTo>
                    <a:pt x="4598" y="1405"/>
                  </a:lnTo>
                  <a:lnTo>
                    <a:pt x="3997" y="1265"/>
                  </a:lnTo>
                  <a:lnTo>
                    <a:pt x="3579" y="910"/>
                  </a:lnTo>
                  <a:lnTo>
                    <a:pt x="2781" y="885"/>
                  </a:lnTo>
                  <a:lnTo>
                    <a:pt x="2144" y="484"/>
                  </a:lnTo>
                  <a:lnTo>
                    <a:pt x="2004" y="258"/>
                  </a:lnTo>
                  <a:lnTo>
                    <a:pt x="1693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0" name="îśľiďe"/>
            <p:cNvSpPr/>
            <p:nvPr/>
          </p:nvSpPr>
          <p:spPr bwMode="auto">
            <a:xfrm>
              <a:off x="0" y="2257846"/>
              <a:ext cx="8173877" cy="2013060"/>
            </a:xfrm>
            <a:custGeom>
              <a:avLst/>
              <a:gdLst>
                <a:gd name="T0" fmla="*/ 473 w 1278"/>
                <a:gd name="T1" fmla="*/ 0 h 593"/>
                <a:gd name="T2" fmla="*/ 312 w 1278"/>
                <a:gd name="T3" fmla="*/ 184 h 593"/>
                <a:gd name="T4" fmla="*/ 271 w 1278"/>
                <a:gd name="T5" fmla="*/ 196 h 593"/>
                <a:gd name="T6" fmla="*/ 121 w 1278"/>
                <a:gd name="T7" fmla="*/ 445 h 593"/>
                <a:gd name="T8" fmla="*/ 46 w 1278"/>
                <a:gd name="T9" fmla="*/ 451 h 593"/>
                <a:gd name="T10" fmla="*/ 0 w 1278"/>
                <a:gd name="T11" fmla="*/ 544 h 593"/>
                <a:gd name="T12" fmla="*/ 0 w 1278"/>
                <a:gd name="T13" fmla="*/ 593 h 593"/>
                <a:gd name="T14" fmla="*/ 1278 w 1278"/>
                <a:gd name="T15" fmla="*/ 593 h 593"/>
                <a:gd name="T16" fmla="*/ 1075 w 1278"/>
                <a:gd name="T17" fmla="*/ 511 h 593"/>
                <a:gd name="T18" fmla="*/ 796 w 1278"/>
                <a:gd name="T19" fmla="*/ 470 h 593"/>
                <a:gd name="T20" fmla="*/ 680 w 1278"/>
                <a:gd name="T21" fmla="*/ 378 h 593"/>
                <a:gd name="T22" fmla="*/ 550 w 1278"/>
                <a:gd name="T23" fmla="*/ 262 h 593"/>
                <a:gd name="T24" fmla="*/ 395 w 1278"/>
                <a:gd name="T25" fmla="*/ 253 h 593"/>
                <a:gd name="T26" fmla="*/ 499 w 1278"/>
                <a:gd name="T27" fmla="*/ 183 h 593"/>
                <a:gd name="T28" fmla="*/ 477 w 1278"/>
                <a:gd name="T29" fmla="*/ 110 h 593"/>
                <a:gd name="T30" fmla="*/ 473 w 1278"/>
                <a:gd name="T31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8" h="593">
                  <a:moveTo>
                    <a:pt x="473" y="0"/>
                  </a:moveTo>
                  <a:cubicBezTo>
                    <a:pt x="312" y="184"/>
                    <a:pt x="312" y="184"/>
                    <a:pt x="312" y="184"/>
                  </a:cubicBezTo>
                  <a:cubicBezTo>
                    <a:pt x="271" y="196"/>
                    <a:pt x="271" y="196"/>
                    <a:pt x="271" y="196"/>
                  </a:cubicBezTo>
                  <a:cubicBezTo>
                    <a:pt x="232" y="253"/>
                    <a:pt x="121" y="445"/>
                    <a:pt x="121" y="445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593"/>
                    <a:pt x="0" y="593"/>
                    <a:pt x="0" y="593"/>
                  </a:cubicBezTo>
                  <a:cubicBezTo>
                    <a:pt x="1278" y="593"/>
                    <a:pt x="1278" y="593"/>
                    <a:pt x="1278" y="593"/>
                  </a:cubicBezTo>
                  <a:cubicBezTo>
                    <a:pt x="1278" y="593"/>
                    <a:pt x="1095" y="526"/>
                    <a:pt x="1075" y="511"/>
                  </a:cubicBezTo>
                  <a:cubicBezTo>
                    <a:pt x="1055" y="496"/>
                    <a:pt x="796" y="470"/>
                    <a:pt x="796" y="470"/>
                  </a:cubicBezTo>
                  <a:cubicBezTo>
                    <a:pt x="680" y="378"/>
                    <a:pt x="680" y="378"/>
                    <a:pt x="680" y="378"/>
                  </a:cubicBezTo>
                  <a:cubicBezTo>
                    <a:pt x="550" y="262"/>
                    <a:pt x="550" y="262"/>
                    <a:pt x="550" y="262"/>
                  </a:cubicBezTo>
                  <a:cubicBezTo>
                    <a:pt x="395" y="253"/>
                    <a:pt x="395" y="253"/>
                    <a:pt x="395" y="253"/>
                  </a:cubicBezTo>
                  <a:cubicBezTo>
                    <a:pt x="499" y="183"/>
                    <a:pt x="499" y="183"/>
                    <a:pt x="499" y="183"/>
                  </a:cubicBezTo>
                  <a:cubicBezTo>
                    <a:pt x="499" y="183"/>
                    <a:pt x="482" y="127"/>
                    <a:pt x="477" y="110"/>
                  </a:cubicBezTo>
                  <a:cubicBezTo>
                    <a:pt x="473" y="93"/>
                    <a:pt x="473" y="0"/>
                    <a:pt x="47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9ECAFE-A460-4E13-ABCB-32CAE613624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978141" y="1765976"/>
            <a:ext cx="0" cy="7213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>
            <a:off x="4213860" y="1765976"/>
            <a:ext cx="0" cy="7213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请输入你的章节标题→图示✪</a:t>
            </a:r>
            <a:r>
              <a:rPr lang="en-US" altLang="zh-CN" dirty="0"/>
              <a:t>04✪</a:t>
            </a:r>
            <a:r>
              <a:rPr lang="zh-CN" altLang="en-US" dirty="0"/>
              <a:t>并列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4" name="图片 3" descr="图片包含 天空, 户外, 水, 建筑物&#10;&#10;自动生成的说明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" t="19408" b="42797"/>
          <a:stretch>
            <a:fillRect/>
          </a:stretch>
        </p:blipFill>
        <p:spPr>
          <a:xfrm>
            <a:off x="0" y="1477399"/>
            <a:ext cx="12192000" cy="2239009"/>
          </a:xfrm>
          <a:custGeom>
            <a:avLst/>
            <a:gdLst>
              <a:gd name="connsiteX0" fmla="*/ 0 w 12192000"/>
              <a:gd name="connsiteY0" fmla="*/ 0 h 2239009"/>
              <a:gd name="connsiteX1" fmla="*/ 12192000 w 12192000"/>
              <a:gd name="connsiteY1" fmla="*/ 0 h 2239009"/>
              <a:gd name="connsiteX2" fmla="*/ 12192000 w 12192000"/>
              <a:gd name="connsiteY2" fmla="*/ 2239009 h 2239009"/>
              <a:gd name="connsiteX3" fmla="*/ 0 w 12192000"/>
              <a:gd name="connsiteY3" fmla="*/ 2239009 h 223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239009">
                <a:moveTo>
                  <a:pt x="0" y="0"/>
                </a:moveTo>
                <a:lnTo>
                  <a:pt x="12192000" y="0"/>
                </a:lnTo>
                <a:lnTo>
                  <a:pt x="12192000" y="2239009"/>
                </a:lnTo>
                <a:lnTo>
                  <a:pt x="0" y="2239009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788883" y="4635683"/>
            <a:ext cx="2924761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8882" y="4389378"/>
            <a:ext cx="292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846732" y="3396855"/>
            <a:ext cx="809062" cy="809058"/>
            <a:chOff x="1662358" y="3613986"/>
            <a:chExt cx="809062" cy="809058"/>
          </a:xfrm>
        </p:grpSpPr>
        <p:sp>
          <p:nvSpPr>
            <p:cNvPr id="8" name="íṥļîḓê"/>
            <p:cNvSpPr/>
            <p:nvPr/>
          </p:nvSpPr>
          <p:spPr>
            <a:xfrm>
              <a:off x="1662358" y="3613986"/>
              <a:ext cx="809062" cy="80905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" name="íṥlíḓê"/>
            <p:cNvSpPr/>
            <p:nvPr/>
          </p:nvSpPr>
          <p:spPr>
            <a:xfrm>
              <a:off x="1706518" y="3658146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0" name="ïśļiḑé"/>
            <p:cNvSpPr/>
            <p:nvPr/>
          </p:nvSpPr>
          <p:spPr>
            <a:xfrm>
              <a:off x="1875759" y="3796869"/>
              <a:ext cx="382257" cy="443294"/>
            </a:xfrm>
            <a:custGeom>
              <a:avLst/>
              <a:gdLst>
                <a:gd name="T0" fmla="*/ 330 w 440"/>
                <a:gd name="T1" fmla="*/ 215 h 511"/>
                <a:gd name="T2" fmla="*/ 269 w 440"/>
                <a:gd name="T3" fmla="*/ 209 h 511"/>
                <a:gd name="T4" fmla="*/ 207 w 440"/>
                <a:gd name="T5" fmla="*/ 144 h 511"/>
                <a:gd name="T6" fmla="*/ 160 w 440"/>
                <a:gd name="T7" fmla="*/ 183 h 511"/>
                <a:gd name="T8" fmla="*/ 71 w 440"/>
                <a:gd name="T9" fmla="*/ 181 h 511"/>
                <a:gd name="T10" fmla="*/ 65 w 440"/>
                <a:gd name="T11" fmla="*/ 242 h 511"/>
                <a:gd name="T12" fmla="*/ 0 w 440"/>
                <a:gd name="T13" fmla="*/ 304 h 511"/>
                <a:gd name="T14" fmla="*/ 39 w 440"/>
                <a:gd name="T15" fmla="*/ 351 h 511"/>
                <a:gd name="T16" fmla="*/ 37 w 440"/>
                <a:gd name="T17" fmla="*/ 440 h 511"/>
                <a:gd name="T18" fmla="*/ 98 w 440"/>
                <a:gd name="T19" fmla="*/ 446 h 511"/>
                <a:gd name="T20" fmla="*/ 160 w 440"/>
                <a:gd name="T21" fmla="*/ 511 h 511"/>
                <a:gd name="T22" fmla="*/ 207 w 440"/>
                <a:gd name="T23" fmla="*/ 472 h 511"/>
                <a:gd name="T24" fmla="*/ 296 w 440"/>
                <a:gd name="T25" fmla="*/ 474 h 511"/>
                <a:gd name="T26" fmla="*/ 302 w 440"/>
                <a:gd name="T27" fmla="*/ 413 h 511"/>
                <a:gd name="T28" fmla="*/ 367 w 440"/>
                <a:gd name="T29" fmla="*/ 351 h 511"/>
                <a:gd name="T30" fmla="*/ 328 w 440"/>
                <a:gd name="T31" fmla="*/ 304 h 511"/>
                <a:gd name="T32" fmla="*/ 184 w 440"/>
                <a:gd name="T33" fmla="*/ 412 h 511"/>
                <a:gd name="T34" fmla="*/ 184 w 440"/>
                <a:gd name="T35" fmla="*/ 243 h 511"/>
                <a:gd name="T36" fmla="*/ 184 w 440"/>
                <a:gd name="T37" fmla="*/ 412 h 511"/>
                <a:gd name="T38" fmla="*/ 440 w 440"/>
                <a:gd name="T39" fmla="*/ 77 h 511"/>
                <a:gd name="T40" fmla="*/ 415 w 440"/>
                <a:gd name="T41" fmla="*/ 47 h 511"/>
                <a:gd name="T42" fmla="*/ 402 w 440"/>
                <a:gd name="T43" fmla="*/ 16 h 511"/>
                <a:gd name="T44" fmla="*/ 363 w 440"/>
                <a:gd name="T45" fmla="*/ 13 h 511"/>
                <a:gd name="T46" fmla="*/ 332 w 440"/>
                <a:gd name="T47" fmla="*/ 0 h 511"/>
                <a:gd name="T48" fmla="*/ 302 w 440"/>
                <a:gd name="T49" fmla="*/ 25 h 511"/>
                <a:gd name="T50" fmla="*/ 271 w 440"/>
                <a:gd name="T51" fmla="*/ 38 h 511"/>
                <a:gd name="T52" fmla="*/ 268 w 440"/>
                <a:gd name="T53" fmla="*/ 77 h 511"/>
                <a:gd name="T54" fmla="*/ 255 w 440"/>
                <a:gd name="T55" fmla="*/ 108 h 511"/>
                <a:gd name="T56" fmla="*/ 280 w 440"/>
                <a:gd name="T57" fmla="*/ 138 h 511"/>
                <a:gd name="T58" fmla="*/ 293 w 440"/>
                <a:gd name="T59" fmla="*/ 169 h 511"/>
                <a:gd name="T60" fmla="*/ 332 w 440"/>
                <a:gd name="T61" fmla="*/ 172 h 511"/>
                <a:gd name="T62" fmla="*/ 363 w 440"/>
                <a:gd name="T63" fmla="*/ 185 h 511"/>
                <a:gd name="T64" fmla="*/ 393 w 440"/>
                <a:gd name="T65" fmla="*/ 160 h 511"/>
                <a:gd name="T66" fmla="*/ 424 w 440"/>
                <a:gd name="T67" fmla="*/ 147 h 511"/>
                <a:gd name="T68" fmla="*/ 427 w 440"/>
                <a:gd name="T69" fmla="*/ 108 h 511"/>
                <a:gd name="T70" fmla="*/ 440 w 440"/>
                <a:gd name="T71" fmla="*/ 108 h 511"/>
                <a:gd name="T72" fmla="*/ 298 w 440"/>
                <a:gd name="T73" fmla="*/ 92 h 511"/>
                <a:gd name="T74" fmla="*/ 398 w 440"/>
                <a:gd name="T75" fmla="*/ 92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40" h="511">
                  <a:moveTo>
                    <a:pt x="302" y="242"/>
                  </a:moveTo>
                  <a:lnTo>
                    <a:pt x="330" y="215"/>
                  </a:lnTo>
                  <a:lnTo>
                    <a:pt x="296" y="181"/>
                  </a:lnTo>
                  <a:lnTo>
                    <a:pt x="269" y="209"/>
                  </a:lnTo>
                  <a:cubicBezTo>
                    <a:pt x="251" y="196"/>
                    <a:pt x="230" y="187"/>
                    <a:pt x="207" y="183"/>
                  </a:cubicBezTo>
                  <a:lnTo>
                    <a:pt x="207" y="144"/>
                  </a:lnTo>
                  <a:lnTo>
                    <a:pt x="160" y="144"/>
                  </a:lnTo>
                  <a:lnTo>
                    <a:pt x="160" y="183"/>
                  </a:lnTo>
                  <a:cubicBezTo>
                    <a:pt x="137" y="187"/>
                    <a:pt x="116" y="196"/>
                    <a:pt x="98" y="209"/>
                  </a:cubicBezTo>
                  <a:lnTo>
                    <a:pt x="71" y="181"/>
                  </a:lnTo>
                  <a:lnTo>
                    <a:pt x="37" y="215"/>
                  </a:lnTo>
                  <a:lnTo>
                    <a:pt x="65" y="242"/>
                  </a:lnTo>
                  <a:cubicBezTo>
                    <a:pt x="52" y="260"/>
                    <a:pt x="43" y="281"/>
                    <a:pt x="39" y="304"/>
                  </a:cubicBezTo>
                  <a:lnTo>
                    <a:pt x="0" y="304"/>
                  </a:lnTo>
                  <a:lnTo>
                    <a:pt x="0" y="351"/>
                  </a:lnTo>
                  <a:lnTo>
                    <a:pt x="39" y="351"/>
                  </a:lnTo>
                  <a:cubicBezTo>
                    <a:pt x="43" y="374"/>
                    <a:pt x="52" y="395"/>
                    <a:pt x="65" y="413"/>
                  </a:cubicBezTo>
                  <a:lnTo>
                    <a:pt x="37" y="440"/>
                  </a:lnTo>
                  <a:lnTo>
                    <a:pt x="71" y="474"/>
                  </a:lnTo>
                  <a:lnTo>
                    <a:pt x="98" y="446"/>
                  </a:lnTo>
                  <a:cubicBezTo>
                    <a:pt x="116" y="459"/>
                    <a:pt x="137" y="468"/>
                    <a:pt x="160" y="472"/>
                  </a:cubicBezTo>
                  <a:lnTo>
                    <a:pt x="160" y="511"/>
                  </a:lnTo>
                  <a:lnTo>
                    <a:pt x="207" y="511"/>
                  </a:lnTo>
                  <a:lnTo>
                    <a:pt x="207" y="472"/>
                  </a:lnTo>
                  <a:cubicBezTo>
                    <a:pt x="230" y="468"/>
                    <a:pt x="251" y="459"/>
                    <a:pt x="269" y="446"/>
                  </a:cubicBezTo>
                  <a:lnTo>
                    <a:pt x="296" y="474"/>
                  </a:lnTo>
                  <a:lnTo>
                    <a:pt x="330" y="440"/>
                  </a:lnTo>
                  <a:lnTo>
                    <a:pt x="302" y="413"/>
                  </a:lnTo>
                  <a:cubicBezTo>
                    <a:pt x="316" y="395"/>
                    <a:pt x="325" y="374"/>
                    <a:pt x="328" y="351"/>
                  </a:cubicBezTo>
                  <a:lnTo>
                    <a:pt x="367" y="351"/>
                  </a:lnTo>
                  <a:lnTo>
                    <a:pt x="367" y="304"/>
                  </a:lnTo>
                  <a:lnTo>
                    <a:pt x="328" y="304"/>
                  </a:lnTo>
                  <a:cubicBezTo>
                    <a:pt x="325" y="281"/>
                    <a:pt x="316" y="260"/>
                    <a:pt x="302" y="242"/>
                  </a:cubicBezTo>
                  <a:close/>
                  <a:moveTo>
                    <a:pt x="184" y="412"/>
                  </a:moveTo>
                  <a:cubicBezTo>
                    <a:pt x="137" y="412"/>
                    <a:pt x="99" y="374"/>
                    <a:pt x="99" y="327"/>
                  </a:cubicBezTo>
                  <a:cubicBezTo>
                    <a:pt x="99" y="281"/>
                    <a:pt x="137" y="243"/>
                    <a:pt x="184" y="243"/>
                  </a:cubicBezTo>
                  <a:cubicBezTo>
                    <a:pt x="230" y="243"/>
                    <a:pt x="268" y="281"/>
                    <a:pt x="268" y="327"/>
                  </a:cubicBezTo>
                  <a:cubicBezTo>
                    <a:pt x="268" y="374"/>
                    <a:pt x="230" y="412"/>
                    <a:pt x="184" y="412"/>
                  </a:cubicBezTo>
                  <a:close/>
                  <a:moveTo>
                    <a:pt x="440" y="108"/>
                  </a:moveTo>
                  <a:lnTo>
                    <a:pt x="440" y="77"/>
                  </a:lnTo>
                  <a:lnTo>
                    <a:pt x="427" y="77"/>
                  </a:lnTo>
                  <a:cubicBezTo>
                    <a:pt x="425" y="66"/>
                    <a:pt x="421" y="56"/>
                    <a:pt x="415" y="47"/>
                  </a:cubicBezTo>
                  <a:lnTo>
                    <a:pt x="424" y="38"/>
                  </a:lnTo>
                  <a:lnTo>
                    <a:pt x="402" y="16"/>
                  </a:lnTo>
                  <a:lnTo>
                    <a:pt x="393" y="25"/>
                  </a:lnTo>
                  <a:cubicBezTo>
                    <a:pt x="384" y="19"/>
                    <a:pt x="374" y="15"/>
                    <a:pt x="363" y="13"/>
                  </a:cubicBezTo>
                  <a:lnTo>
                    <a:pt x="363" y="0"/>
                  </a:lnTo>
                  <a:lnTo>
                    <a:pt x="332" y="0"/>
                  </a:lnTo>
                  <a:lnTo>
                    <a:pt x="332" y="13"/>
                  </a:lnTo>
                  <a:cubicBezTo>
                    <a:pt x="321" y="15"/>
                    <a:pt x="311" y="19"/>
                    <a:pt x="302" y="25"/>
                  </a:cubicBezTo>
                  <a:lnTo>
                    <a:pt x="293" y="16"/>
                  </a:lnTo>
                  <a:lnTo>
                    <a:pt x="271" y="38"/>
                  </a:lnTo>
                  <a:lnTo>
                    <a:pt x="280" y="47"/>
                  </a:lnTo>
                  <a:cubicBezTo>
                    <a:pt x="274" y="56"/>
                    <a:pt x="270" y="66"/>
                    <a:pt x="268" y="77"/>
                  </a:cubicBezTo>
                  <a:lnTo>
                    <a:pt x="255" y="77"/>
                  </a:lnTo>
                  <a:lnTo>
                    <a:pt x="255" y="108"/>
                  </a:lnTo>
                  <a:lnTo>
                    <a:pt x="268" y="108"/>
                  </a:lnTo>
                  <a:cubicBezTo>
                    <a:pt x="270" y="119"/>
                    <a:pt x="274" y="129"/>
                    <a:pt x="280" y="138"/>
                  </a:cubicBezTo>
                  <a:lnTo>
                    <a:pt x="271" y="147"/>
                  </a:lnTo>
                  <a:lnTo>
                    <a:pt x="293" y="169"/>
                  </a:lnTo>
                  <a:lnTo>
                    <a:pt x="302" y="160"/>
                  </a:lnTo>
                  <a:cubicBezTo>
                    <a:pt x="311" y="166"/>
                    <a:pt x="321" y="170"/>
                    <a:pt x="332" y="172"/>
                  </a:cubicBezTo>
                  <a:lnTo>
                    <a:pt x="332" y="185"/>
                  </a:lnTo>
                  <a:lnTo>
                    <a:pt x="363" y="185"/>
                  </a:lnTo>
                  <a:lnTo>
                    <a:pt x="363" y="172"/>
                  </a:lnTo>
                  <a:cubicBezTo>
                    <a:pt x="374" y="170"/>
                    <a:pt x="384" y="166"/>
                    <a:pt x="393" y="160"/>
                  </a:cubicBezTo>
                  <a:lnTo>
                    <a:pt x="402" y="169"/>
                  </a:lnTo>
                  <a:lnTo>
                    <a:pt x="424" y="147"/>
                  </a:lnTo>
                  <a:lnTo>
                    <a:pt x="415" y="138"/>
                  </a:lnTo>
                  <a:cubicBezTo>
                    <a:pt x="421" y="129"/>
                    <a:pt x="425" y="119"/>
                    <a:pt x="427" y="108"/>
                  </a:cubicBezTo>
                  <a:lnTo>
                    <a:pt x="440" y="108"/>
                  </a:lnTo>
                  <a:lnTo>
                    <a:pt x="440" y="108"/>
                  </a:lnTo>
                  <a:close/>
                  <a:moveTo>
                    <a:pt x="348" y="142"/>
                  </a:moveTo>
                  <a:cubicBezTo>
                    <a:pt x="320" y="142"/>
                    <a:pt x="298" y="120"/>
                    <a:pt x="298" y="92"/>
                  </a:cubicBezTo>
                  <a:cubicBezTo>
                    <a:pt x="298" y="65"/>
                    <a:pt x="320" y="43"/>
                    <a:pt x="348" y="43"/>
                  </a:cubicBezTo>
                  <a:cubicBezTo>
                    <a:pt x="375" y="43"/>
                    <a:pt x="398" y="65"/>
                    <a:pt x="398" y="92"/>
                  </a:cubicBezTo>
                  <a:cubicBezTo>
                    <a:pt x="398" y="120"/>
                    <a:pt x="375" y="142"/>
                    <a:pt x="348" y="142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60400" y="4933771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2" name="矩形 11"/>
          <p:cNvSpPr/>
          <p:nvPr/>
        </p:nvSpPr>
        <p:spPr>
          <a:xfrm>
            <a:off x="4633620" y="4635683"/>
            <a:ext cx="2924761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33619" y="4389378"/>
            <a:ext cx="292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grpSp>
        <p:nvGrpSpPr>
          <p:cNvPr id="14" name="Group 86"/>
          <p:cNvGrpSpPr/>
          <p:nvPr/>
        </p:nvGrpSpPr>
        <p:grpSpPr>
          <a:xfrm>
            <a:off x="5691469" y="3396855"/>
            <a:ext cx="809062" cy="809058"/>
            <a:chOff x="1662358" y="3613986"/>
            <a:chExt cx="809062" cy="809058"/>
          </a:xfrm>
        </p:grpSpPr>
        <p:sp>
          <p:nvSpPr>
            <p:cNvPr id="15" name="íṥļîḓê"/>
            <p:cNvSpPr/>
            <p:nvPr/>
          </p:nvSpPr>
          <p:spPr>
            <a:xfrm>
              <a:off x="1662358" y="3613986"/>
              <a:ext cx="809062" cy="80905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6" name="íṥlíḓê"/>
            <p:cNvSpPr/>
            <p:nvPr/>
          </p:nvSpPr>
          <p:spPr>
            <a:xfrm>
              <a:off x="1706518" y="3658146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7" name="ïśļiḑé"/>
            <p:cNvSpPr/>
            <p:nvPr/>
          </p:nvSpPr>
          <p:spPr>
            <a:xfrm>
              <a:off x="1845240" y="3844671"/>
              <a:ext cx="443294" cy="347688"/>
            </a:xfrm>
            <a:custGeom>
              <a:avLst/>
              <a:gdLst>
                <a:gd name="connsiteX0" fmla="*/ 194066 w 609218"/>
                <a:gd name="connsiteY0" fmla="*/ 253381 h 477827"/>
                <a:gd name="connsiteX1" fmla="*/ 351654 w 609218"/>
                <a:gd name="connsiteY1" fmla="*/ 408172 h 477827"/>
                <a:gd name="connsiteX2" fmla="*/ 405906 w 609218"/>
                <a:gd name="connsiteY2" fmla="*/ 408172 h 477827"/>
                <a:gd name="connsiteX3" fmla="*/ 405906 w 609218"/>
                <a:gd name="connsiteY3" fmla="*/ 477827 h 477827"/>
                <a:gd name="connsiteX4" fmla="*/ 217317 w 609218"/>
                <a:gd name="connsiteY4" fmla="*/ 477827 h 477827"/>
                <a:gd name="connsiteX5" fmla="*/ 217317 w 609218"/>
                <a:gd name="connsiteY5" fmla="*/ 408172 h 477827"/>
                <a:gd name="connsiteX6" fmla="*/ 237984 w 609218"/>
                <a:gd name="connsiteY6" fmla="*/ 408172 h 477827"/>
                <a:gd name="connsiteX7" fmla="*/ 137231 w 609218"/>
                <a:gd name="connsiteY7" fmla="*/ 307558 h 477827"/>
                <a:gd name="connsiteX8" fmla="*/ 173399 w 609218"/>
                <a:gd name="connsiteY8" fmla="*/ 286919 h 477827"/>
                <a:gd name="connsiteX9" fmla="*/ 194066 w 609218"/>
                <a:gd name="connsiteY9" fmla="*/ 253381 h 477827"/>
                <a:gd name="connsiteX10" fmla="*/ 91763 w 609218"/>
                <a:gd name="connsiteY10" fmla="*/ 157485 h 477827"/>
                <a:gd name="connsiteX11" fmla="*/ 129378 w 609218"/>
                <a:gd name="connsiteY11" fmla="*/ 195100 h 477827"/>
                <a:gd name="connsiteX12" fmla="*/ 91763 w 609218"/>
                <a:gd name="connsiteY12" fmla="*/ 232715 h 477827"/>
                <a:gd name="connsiteX13" fmla="*/ 54148 w 609218"/>
                <a:gd name="connsiteY13" fmla="*/ 195100 h 477827"/>
                <a:gd name="connsiteX14" fmla="*/ 91763 w 609218"/>
                <a:gd name="connsiteY14" fmla="*/ 157485 h 477827"/>
                <a:gd name="connsiteX15" fmla="*/ 90471 w 609218"/>
                <a:gd name="connsiteY15" fmla="*/ 126600 h 477827"/>
                <a:gd name="connsiteX16" fmla="*/ 20679 w 609218"/>
                <a:gd name="connsiteY16" fmla="*/ 196391 h 477827"/>
                <a:gd name="connsiteX17" fmla="*/ 90471 w 609218"/>
                <a:gd name="connsiteY17" fmla="*/ 266182 h 477827"/>
                <a:gd name="connsiteX18" fmla="*/ 160262 w 609218"/>
                <a:gd name="connsiteY18" fmla="*/ 196391 h 477827"/>
                <a:gd name="connsiteX19" fmla="*/ 90471 w 609218"/>
                <a:gd name="connsiteY19" fmla="*/ 126600 h 477827"/>
                <a:gd name="connsiteX20" fmla="*/ 90471 w 609218"/>
                <a:gd name="connsiteY20" fmla="*/ 103336 h 477827"/>
                <a:gd name="connsiteX21" fmla="*/ 183526 w 609218"/>
                <a:gd name="connsiteY21" fmla="*/ 196391 h 477827"/>
                <a:gd name="connsiteX22" fmla="*/ 90471 w 609218"/>
                <a:gd name="connsiteY22" fmla="*/ 286861 h 477827"/>
                <a:gd name="connsiteX23" fmla="*/ 0 w 609218"/>
                <a:gd name="connsiteY23" fmla="*/ 196391 h 477827"/>
                <a:gd name="connsiteX24" fmla="*/ 90471 w 609218"/>
                <a:gd name="connsiteY24" fmla="*/ 103336 h 477827"/>
                <a:gd name="connsiteX25" fmla="*/ 473359 w 609218"/>
                <a:gd name="connsiteY25" fmla="*/ 0 h 477827"/>
                <a:gd name="connsiteX26" fmla="*/ 589810 w 609218"/>
                <a:gd name="connsiteY26" fmla="*/ 38732 h 477827"/>
                <a:gd name="connsiteX27" fmla="*/ 594985 w 609218"/>
                <a:gd name="connsiteY27" fmla="*/ 51643 h 477827"/>
                <a:gd name="connsiteX28" fmla="*/ 589810 w 609218"/>
                <a:gd name="connsiteY28" fmla="*/ 56807 h 477827"/>
                <a:gd name="connsiteX29" fmla="*/ 584634 w 609218"/>
                <a:gd name="connsiteY29" fmla="*/ 56807 h 477827"/>
                <a:gd name="connsiteX30" fmla="*/ 473359 w 609218"/>
                <a:gd name="connsiteY30" fmla="*/ 20657 h 477827"/>
                <a:gd name="connsiteX31" fmla="*/ 431954 w 609218"/>
                <a:gd name="connsiteY31" fmla="*/ 74882 h 477827"/>
                <a:gd name="connsiteX32" fmla="*/ 447481 w 609218"/>
                <a:gd name="connsiteY32" fmla="*/ 144600 h 477827"/>
                <a:gd name="connsiteX33" fmla="*/ 509588 w 609218"/>
                <a:gd name="connsiteY33" fmla="*/ 178168 h 477827"/>
                <a:gd name="connsiteX34" fmla="*/ 592397 w 609218"/>
                <a:gd name="connsiteY34" fmla="*/ 95539 h 477827"/>
                <a:gd name="connsiteX35" fmla="*/ 605336 w 609218"/>
                <a:gd name="connsiteY35" fmla="*/ 95539 h 477827"/>
                <a:gd name="connsiteX36" fmla="*/ 605336 w 609218"/>
                <a:gd name="connsiteY36" fmla="*/ 108450 h 477827"/>
                <a:gd name="connsiteX37" fmla="*/ 517351 w 609218"/>
                <a:gd name="connsiteY37" fmla="*/ 196243 h 477827"/>
                <a:gd name="connsiteX38" fmla="*/ 512176 w 609218"/>
                <a:gd name="connsiteY38" fmla="*/ 198825 h 477827"/>
                <a:gd name="connsiteX39" fmla="*/ 507000 w 609218"/>
                <a:gd name="connsiteY39" fmla="*/ 196243 h 477827"/>
                <a:gd name="connsiteX40" fmla="*/ 452657 w 609218"/>
                <a:gd name="connsiteY40" fmla="*/ 170421 h 477827"/>
                <a:gd name="connsiteX41" fmla="*/ 421603 w 609218"/>
                <a:gd name="connsiteY41" fmla="*/ 178168 h 477827"/>
                <a:gd name="connsiteX42" fmla="*/ 416427 w 609218"/>
                <a:gd name="connsiteY42" fmla="*/ 157511 h 477827"/>
                <a:gd name="connsiteX43" fmla="*/ 199053 w 609218"/>
                <a:gd name="connsiteY43" fmla="*/ 209153 h 477827"/>
                <a:gd name="connsiteX44" fmla="*/ 199053 w 609218"/>
                <a:gd name="connsiteY44" fmla="*/ 165257 h 477827"/>
                <a:gd name="connsiteX45" fmla="*/ 183526 w 609218"/>
                <a:gd name="connsiteY45" fmla="*/ 129107 h 477827"/>
                <a:gd name="connsiteX46" fmla="*/ 398313 w 609218"/>
                <a:gd name="connsiteY46" fmla="*/ 80046 h 477827"/>
                <a:gd name="connsiteX47" fmla="*/ 393137 w 609218"/>
                <a:gd name="connsiteY47" fmla="*/ 61972 h 477827"/>
                <a:gd name="connsiteX48" fmla="*/ 424191 w 609218"/>
                <a:gd name="connsiteY48" fmla="*/ 54225 h 477827"/>
                <a:gd name="connsiteX49" fmla="*/ 463008 w 609218"/>
                <a:gd name="connsiteY49" fmla="*/ 2582 h 477827"/>
                <a:gd name="connsiteX50" fmla="*/ 473359 w 609218"/>
                <a:gd name="connsiteY50" fmla="*/ 0 h 47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609218" h="477827">
                  <a:moveTo>
                    <a:pt x="194066" y="253381"/>
                  </a:moveTo>
                  <a:lnTo>
                    <a:pt x="351654" y="408172"/>
                  </a:lnTo>
                  <a:lnTo>
                    <a:pt x="405906" y="408172"/>
                  </a:lnTo>
                  <a:lnTo>
                    <a:pt x="405906" y="477827"/>
                  </a:lnTo>
                  <a:lnTo>
                    <a:pt x="217317" y="477827"/>
                  </a:lnTo>
                  <a:lnTo>
                    <a:pt x="217317" y="408172"/>
                  </a:lnTo>
                  <a:lnTo>
                    <a:pt x="237984" y="408172"/>
                  </a:lnTo>
                  <a:lnTo>
                    <a:pt x="137231" y="307558"/>
                  </a:lnTo>
                  <a:cubicBezTo>
                    <a:pt x="150148" y="304978"/>
                    <a:pt x="163065" y="297239"/>
                    <a:pt x="173399" y="286919"/>
                  </a:cubicBezTo>
                  <a:cubicBezTo>
                    <a:pt x="183732" y="276600"/>
                    <a:pt x="191483" y="266280"/>
                    <a:pt x="194066" y="253381"/>
                  </a:cubicBezTo>
                  <a:close/>
                  <a:moveTo>
                    <a:pt x="91763" y="157485"/>
                  </a:moveTo>
                  <a:cubicBezTo>
                    <a:pt x="112537" y="157485"/>
                    <a:pt x="129378" y="174326"/>
                    <a:pt x="129378" y="195100"/>
                  </a:cubicBezTo>
                  <a:cubicBezTo>
                    <a:pt x="129378" y="215874"/>
                    <a:pt x="112537" y="232715"/>
                    <a:pt x="91763" y="232715"/>
                  </a:cubicBezTo>
                  <a:cubicBezTo>
                    <a:pt x="70989" y="232715"/>
                    <a:pt x="54148" y="215874"/>
                    <a:pt x="54148" y="195100"/>
                  </a:cubicBezTo>
                  <a:cubicBezTo>
                    <a:pt x="54148" y="174326"/>
                    <a:pt x="70989" y="157485"/>
                    <a:pt x="91763" y="157485"/>
                  </a:cubicBezTo>
                  <a:close/>
                  <a:moveTo>
                    <a:pt x="90471" y="126600"/>
                  </a:moveTo>
                  <a:cubicBezTo>
                    <a:pt x="51697" y="126600"/>
                    <a:pt x="20679" y="157618"/>
                    <a:pt x="20679" y="196391"/>
                  </a:cubicBezTo>
                  <a:cubicBezTo>
                    <a:pt x="20679" y="232579"/>
                    <a:pt x="51697" y="266182"/>
                    <a:pt x="90471" y="266182"/>
                  </a:cubicBezTo>
                  <a:cubicBezTo>
                    <a:pt x="129244" y="266182"/>
                    <a:pt x="160262" y="232579"/>
                    <a:pt x="160262" y="196391"/>
                  </a:cubicBezTo>
                  <a:cubicBezTo>
                    <a:pt x="160262" y="157618"/>
                    <a:pt x="129244" y="126600"/>
                    <a:pt x="90471" y="126600"/>
                  </a:cubicBezTo>
                  <a:close/>
                  <a:moveTo>
                    <a:pt x="90471" y="103336"/>
                  </a:moveTo>
                  <a:cubicBezTo>
                    <a:pt x="142168" y="103336"/>
                    <a:pt x="183526" y="144694"/>
                    <a:pt x="183526" y="196391"/>
                  </a:cubicBezTo>
                  <a:cubicBezTo>
                    <a:pt x="183526" y="245503"/>
                    <a:pt x="142168" y="286861"/>
                    <a:pt x="90471" y="286861"/>
                  </a:cubicBezTo>
                  <a:cubicBezTo>
                    <a:pt x="41358" y="286861"/>
                    <a:pt x="0" y="245503"/>
                    <a:pt x="0" y="196391"/>
                  </a:cubicBezTo>
                  <a:cubicBezTo>
                    <a:pt x="0" y="144694"/>
                    <a:pt x="41358" y="103336"/>
                    <a:pt x="90471" y="103336"/>
                  </a:cubicBezTo>
                  <a:close/>
                  <a:moveTo>
                    <a:pt x="473359" y="0"/>
                  </a:moveTo>
                  <a:lnTo>
                    <a:pt x="589810" y="38732"/>
                  </a:lnTo>
                  <a:cubicBezTo>
                    <a:pt x="594985" y="41314"/>
                    <a:pt x="597573" y="46479"/>
                    <a:pt x="594985" y="51643"/>
                  </a:cubicBezTo>
                  <a:cubicBezTo>
                    <a:pt x="594985" y="54225"/>
                    <a:pt x="592397" y="56807"/>
                    <a:pt x="589810" y="56807"/>
                  </a:cubicBezTo>
                  <a:cubicBezTo>
                    <a:pt x="587222" y="56807"/>
                    <a:pt x="584634" y="56807"/>
                    <a:pt x="584634" y="56807"/>
                  </a:cubicBezTo>
                  <a:lnTo>
                    <a:pt x="473359" y="20657"/>
                  </a:lnTo>
                  <a:lnTo>
                    <a:pt x="431954" y="74882"/>
                  </a:lnTo>
                  <a:lnTo>
                    <a:pt x="447481" y="144600"/>
                  </a:lnTo>
                  <a:lnTo>
                    <a:pt x="509588" y="178168"/>
                  </a:lnTo>
                  <a:lnTo>
                    <a:pt x="592397" y="95539"/>
                  </a:lnTo>
                  <a:cubicBezTo>
                    <a:pt x="597573" y="92957"/>
                    <a:pt x="602749" y="92957"/>
                    <a:pt x="605336" y="95539"/>
                  </a:cubicBezTo>
                  <a:cubicBezTo>
                    <a:pt x="610512" y="100704"/>
                    <a:pt x="610512" y="105868"/>
                    <a:pt x="605336" y="108450"/>
                  </a:cubicBezTo>
                  <a:lnTo>
                    <a:pt x="517351" y="196243"/>
                  </a:lnTo>
                  <a:cubicBezTo>
                    <a:pt x="517351" y="196243"/>
                    <a:pt x="514764" y="198825"/>
                    <a:pt x="512176" y="198825"/>
                  </a:cubicBezTo>
                  <a:cubicBezTo>
                    <a:pt x="512176" y="198825"/>
                    <a:pt x="509588" y="198825"/>
                    <a:pt x="507000" y="196243"/>
                  </a:cubicBezTo>
                  <a:lnTo>
                    <a:pt x="452657" y="170421"/>
                  </a:lnTo>
                  <a:lnTo>
                    <a:pt x="421603" y="178168"/>
                  </a:lnTo>
                  <a:lnTo>
                    <a:pt x="416427" y="157511"/>
                  </a:lnTo>
                  <a:lnTo>
                    <a:pt x="199053" y="209153"/>
                  </a:lnTo>
                  <a:cubicBezTo>
                    <a:pt x="201641" y="193660"/>
                    <a:pt x="201641" y="180750"/>
                    <a:pt x="199053" y="165257"/>
                  </a:cubicBezTo>
                  <a:cubicBezTo>
                    <a:pt x="196465" y="152346"/>
                    <a:pt x="191289" y="139436"/>
                    <a:pt x="183526" y="129107"/>
                  </a:cubicBezTo>
                  <a:lnTo>
                    <a:pt x="398313" y="80046"/>
                  </a:lnTo>
                  <a:lnTo>
                    <a:pt x="393137" y="61972"/>
                  </a:lnTo>
                  <a:lnTo>
                    <a:pt x="424191" y="54225"/>
                  </a:lnTo>
                  <a:lnTo>
                    <a:pt x="463008" y="2582"/>
                  </a:lnTo>
                  <a:cubicBezTo>
                    <a:pt x="465596" y="0"/>
                    <a:pt x="468183" y="0"/>
                    <a:pt x="473359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505137" y="4933771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9" name="矩形 18"/>
          <p:cNvSpPr/>
          <p:nvPr/>
        </p:nvSpPr>
        <p:spPr>
          <a:xfrm>
            <a:off x="8478357" y="4635683"/>
            <a:ext cx="2924761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78356" y="4389378"/>
            <a:ext cx="292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grpSp>
        <p:nvGrpSpPr>
          <p:cNvPr id="21" name="Group 94"/>
          <p:cNvGrpSpPr/>
          <p:nvPr/>
        </p:nvGrpSpPr>
        <p:grpSpPr>
          <a:xfrm>
            <a:off x="9536206" y="3396855"/>
            <a:ext cx="809062" cy="809058"/>
            <a:chOff x="1662358" y="3613986"/>
            <a:chExt cx="809062" cy="809058"/>
          </a:xfrm>
        </p:grpSpPr>
        <p:sp>
          <p:nvSpPr>
            <p:cNvPr id="22" name="íṥļîḓê"/>
            <p:cNvSpPr/>
            <p:nvPr/>
          </p:nvSpPr>
          <p:spPr>
            <a:xfrm>
              <a:off x="1662358" y="3613986"/>
              <a:ext cx="809062" cy="80905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3" name="íṥlíḓê"/>
            <p:cNvSpPr/>
            <p:nvPr/>
          </p:nvSpPr>
          <p:spPr>
            <a:xfrm>
              <a:off x="1706518" y="3658146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4" name="ïśļiḑé"/>
            <p:cNvSpPr/>
            <p:nvPr/>
          </p:nvSpPr>
          <p:spPr>
            <a:xfrm>
              <a:off x="1845240" y="3829887"/>
              <a:ext cx="443294" cy="377257"/>
            </a:xfrm>
            <a:custGeom>
              <a:avLst/>
              <a:gdLst>
                <a:gd name="T0" fmla="*/ 233 w 1299"/>
                <a:gd name="T1" fmla="*/ 5 h 1107"/>
                <a:gd name="T2" fmla="*/ 0 w 1299"/>
                <a:gd name="T3" fmla="*/ 122 h 1107"/>
                <a:gd name="T4" fmla="*/ 0 w 1299"/>
                <a:gd name="T5" fmla="*/ 168 h 1107"/>
                <a:gd name="T6" fmla="*/ 233 w 1299"/>
                <a:gd name="T7" fmla="*/ 962 h 1107"/>
                <a:gd name="T8" fmla="*/ 0 w 1299"/>
                <a:gd name="T9" fmla="*/ 168 h 1107"/>
                <a:gd name="T10" fmla="*/ 116 w 1299"/>
                <a:gd name="T11" fmla="*/ 888 h 1107"/>
                <a:gd name="T12" fmla="*/ 116 w 1299"/>
                <a:gd name="T13" fmla="*/ 742 h 1107"/>
                <a:gd name="T14" fmla="*/ 0 w 1299"/>
                <a:gd name="T15" fmla="*/ 1102 h 1107"/>
                <a:gd name="T16" fmla="*/ 233 w 1299"/>
                <a:gd name="T17" fmla="*/ 1008 h 1107"/>
                <a:gd name="T18" fmla="*/ 0 w 1299"/>
                <a:gd name="T19" fmla="*/ 1102 h 1107"/>
                <a:gd name="T20" fmla="*/ 280 w 1299"/>
                <a:gd name="T21" fmla="*/ 1008 h 1107"/>
                <a:gd name="T22" fmla="*/ 583 w 1299"/>
                <a:gd name="T23" fmla="*/ 1102 h 1107"/>
                <a:gd name="T24" fmla="*/ 443 w 1299"/>
                <a:gd name="T25" fmla="*/ 962 h 1107"/>
                <a:gd name="T26" fmla="*/ 280 w 1299"/>
                <a:gd name="T27" fmla="*/ 321 h 1107"/>
                <a:gd name="T28" fmla="*/ 583 w 1299"/>
                <a:gd name="T29" fmla="*/ 321 h 1107"/>
                <a:gd name="T30" fmla="*/ 280 w 1299"/>
                <a:gd name="T31" fmla="*/ 238 h 1107"/>
                <a:gd name="T32" fmla="*/ 280 w 1299"/>
                <a:gd name="T33" fmla="*/ 371 h 1107"/>
                <a:gd name="T34" fmla="*/ 443 w 1299"/>
                <a:gd name="T35" fmla="*/ 915 h 1107"/>
                <a:gd name="T36" fmla="*/ 583 w 1299"/>
                <a:gd name="T37" fmla="*/ 374 h 1107"/>
                <a:gd name="T38" fmla="*/ 280 w 1299"/>
                <a:gd name="T39" fmla="*/ 371 h 1107"/>
                <a:gd name="T40" fmla="*/ 918 w 1299"/>
                <a:gd name="T41" fmla="*/ 33 h 1107"/>
                <a:gd name="T42" fmla="*/ 1102 w 1299"/>
                <a:gd name="T43" fmla="*/ 114 h 1107"/>
                <a:gd name="T44" fmla="*/ 1270 w 1299"/>
                <a:gd name="T45" fmla="*/ 937 h 1107"/>
                <a:gd name="T46" fmla="*/ 951 w 1299"/>
                <a:gd name="T47" fmla="*/ 193 h 1107"/>
                <a:gd name="T48" fmla="*/ 1270 w 1299"/>
                <a:gd name="T49" fmla="*/ 937 h 1107"/>
                <a:gd name="T50" fmla="*/ 1145 w 1299"/>
                <a:gd name="T51" fmla="*/ 738 h 1107"/>
                <a:gd name="T52" fmla="*/ 1174 w 1299"/>
                <a:gd name="T53" fmla="*/ 881 h 1107"/>
                <a:gd name="T54" fmla="*/ 1280 w 1299"/>
                <a:gd name="T55" fmla="*/ 983 h 1107"/>
                <a:gd name="T56" fmla="*/ 1139 w 1299"/>
                <a:gd name="T57" fmla="*/ 1107 h 1107"/>
                <a:gd name="T58" fmla="*/ 1280 w 1299"/>
                <a:gd name="T59" fmla="*/ 983 h 1107"/>
                <a:gd name="T60" fmla="*/ 887 w 1299"/>
                <a:gd name="T61" fmla="*/ 122 h 1107"/>
                <a:gd name="T62" fmla="*/ 653 w 1299"/>
                <a:gd name="T63" fmla="*/ 5 h 1107"/>
                <a:gd name="T64" fmla="*/ 653 w 1299"/>
                <a:gd name="T65" fmla="*/ 1102 h 1107"/>
                <a:gd name="T66" fmla="*/ 887 w 1299"/>
                <a:gd name="T67" fmla="*/ 1008 h 1107"/>
                <a:gd name="T68" fmla="*/ 653 w 1299"/>
                <a:gd name="T69" fmla="*/ 1102 h 1107"/>
                <a:gd name="T70" fmla="*/ 887 w 1299"/>
                <a:gd name="T71" fmla="*/ 845 h 1107"/>
                <a:gd name="T72" fmla="*/ 653 w 1299"/>
                <a:gd name="T73" fmla="*/ 285 h 1107"/>
                <a:gd name="T74" fmla="*/ 653 w 1299"/>
                <a:gd name="T75" fmla="*/ 962 h 1107"/>
                <a:gd name="T76" fmla="*/ 887 w 1299"/>
                <a:gd name="T77" fmla="*/ 892 h 1107"/>
                <a:gd name="T78" fmla="*/ 653 w 1299"/>
                <a:gd name="T79" fmla="*/ 962 h 1107"/>
                <a:gd name="T80" fmla="*/ 887 w 1299"/>
                <a:gd name="T81" fmla="*/ 238 h 1107"/>
                <a:gd name="T82" fmla="*/ 653 w 1299"/>
                <a:gd name="T83" fmla="*/ 168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99" h="1107">
                  <a:moveTo>
                    <a:pt x="0" y="5"/>
                  </a:moveTo>
                  <a:lnTo>
                    <a:pt x="233" y="5"/>
                  </a:lnTo>
                  <a:lnTo>
                    <a:pt x="233" y="122"/>
                  </a:lnTo>
                  <a:lnTo>
                    <a:pt x="0" y="122"/>
                  </a:lnTo>
                  <a:lnTo>
                    <a:pt x="0" y="5"/>
                  </a:lnTo>
                  <a:close/>
                  <a:moveTo>
                    <a:pt x="0" y="168"/>
                  </a:moveTo>
                  <a:lnTo>
                    <a:pt x="233" y="168"/>
                  </a:lnTo>
                  <a:lnTo>
                    <a:pt x="233" y="962"/>
                  </a:lnTo>
                  <a:lnTo>
                    <a:pt x="0" y="962"/>
                  </a:lnTo>
                  <a:lnTo>
                    <a:pt x="0" y="168"/>
                  </a:lnTo>
                  <a:close/>
                  <a:moveTo>
                    <a:pt x="43" y="815"/>
                  </a:moveTo>
                  <a:cubicBezTo>
                    <a:pt x="43" y="855"/>
                    <a:pt x="75" y="888"/>
                    <a:pt x="116" y="888"/>
                  </a:cubicBezTo>
                  <a:cubicBezTo>
                    <a:pt x="156" y="888"/>
                    <a:pt x="189" y="855"/>
                    <a:pt x="189" y="815"/>
                  </a:cubicBezTo>
                  <a:cubicBezTo>
                    <a:pt x="189" y="775"/>
                    <a:pt x="156" y="742"/>
                    <a:pt x="116" y="742"/>
                  </a:cubicBezTo>
                  <a:cubicBezTo>
                    <a:pt x="75" y="742"/>
                    <a:pt x="43" y="775"/>
                    <a:pt x="43" y="815"/>
                  </a:cubicBezTo>
                  <a:close/>
                  <a:moveTo>
                    <a:pt x="0" y="1102"/>
                  </a:moveTo>
                  <a:lnTo>
                    <a:pt x="233" y="1102"/>
                  </a:lnTo>
                  <a:lnTo>
                    <a:pt x="233" y="1008"/>
                  </a:lnTo>
                  <a:lnTo>
                    <a:pt x="0" y="1008"/>
                  </a:lnTo>
                  <a:lnTo>
                    <a:pt x="0" y="1102"/>
                  </a:lnTo>
                  <a:close/>
                  <a:moveTo>
                    <a:pt x="280" y="992"/>
                  </a:moveTo>
                  <a:lnTo>
                    <a:pt x="280" y="1008"/>
                  </a:lnTo>
                  <a:lnTo>
                    <a:pt x="280" y="1102"/>
                  </a:lnTo>
                  <a:lnTo>
                    <a:pt x="583" y="1102"/>
                  </a:lnTo>
                  <a:lnTo>
                    <a:pt x="583" y="991"/>
                  </a:lnTo>
                  <a:cubicBezTo>
                    <a:pt x="571" y="983"/>
                    <a:pt x="532" y="962"/>
                    <a:pt x="443" y="962"/>
                  </a:cubicBezTo>
                  <a:cubicBezTo>
                    <a:pt x="359" y="962"/>
                    <a:pt x="305" y="981"/>
                    <a:pt x="280" y="992"/>
                  </a:cubicBezTo>
                  <a:close/>
                  <a:moveTo>
                    <a:pt x="280" y="321"/>
                  </a:moveTo>
                  <a:cubicBezTo>
                    <a:pt x="305" y="332"/>
                    <a:pt x="359" y="351"/>
                    <a:pt x="443" y="351"/>
                  </a:cubicBezTo>
                  <a:cubicBezTo>
                    <a:pt x="532" y="351"/>
                    <a:pt x="570" y="330"/>
                    <a:pt x="583" y="321"/>
                  </a:cubicBezTo>
                  <a:lnTo>
                    <a:pt x="583" y="238"/>
                  </a:lnTo>
                  <a:lnTo>
                    <a:pt x="280" y="238"/>
                  </a:lnTo>
                  <a:lnTo>
                    <a:pt x="280" y="321"/>
                  </a:lnTo>
                  <a:close/>
                  <a:moveTo>
                    <a:pt x="280" y="371"/>
                  </a:moveTo>
                  <a:lnTo>
                    <a:pt x="280" y="941"/>
                  </a:lnTo>
                  <a:cubicBezTo>
                    <a:pt x="314" y="929"/>
                    <a:pt x="368" y="915"/>
                    <a:pt x="443" y="915"/>
                  </a:cubicBezTo>
                  <a:cubicBezTo>
                    <a:pt x="511" y="915"/>
                    <a:pt x="556" y="926"/>
                    <a:pt x="583" y="939"/>
                  </a:cubicBezTo>
                  <a:lnTo>
                    <a:pt x="583" y="374"/>
                  </a:lnTo>
                  <a:cubicBezTo>
                    <a:pt x="556" y="386"/>
                    <a:pt x="511" y="398"/>
                    <a:pt x="443" y="398"/>
                  </a:cubicBezTo>
                  <a:cubicBezTo>
                    <a:pt x="368" y="398"/>
                    <a:pt x="314" y="384"/>
                    <a:pt x="280" y="371"/>
                  </a:cubicBezTo>
                  <a:close/>
                  <a:moveTo>
                    <a:pt x="1078" y="0"/>
                  </a:moveTo>
                  <a:lnTo>
                    <a:pt x="918" y="33"/>
                  </a:lnTo>
                  <a:lnTo>
                    <a:pt x="942" y="147"/>
                  </a:lnTo>
                  <a:lnTo>
                    <a:pt x="1102" y="114"/>
                  </a:lnTo>
                  <a:lnTo>
                    <a:pt x="1078" y="0"/>
                  </a:lnTo>
                  <a:close/>
                  <a:moveTo>
                    <a:pt x="1270" y="937"/>
                  </a:moveTo>
                  <a:lnTo>
                    <a:pt x="1110" y="970"/>
                  </a:lnTo>
                  <a:lnTo>
                    <a:pt x="951" y="193"/>
                  </a:lnTo>
                  <a:lnTo>
                    <a:pt x="1111" y="160"/>
                  </a:lnTo>
                  <a:lnTo>
                    <a:pt x="1270" y="937"/>
                  </a:lnTo>
                  <a:close/>
                  <a:moveTo>
                    <a:pt x="1215" y="798"/>
                  </a:moveTo>
                  <a:cubicBezTo>
                    <a:pt x="1207" y="759"/>
                    <a:pt x="1175" y="732"/>
                    <a:pt x="1145" y="738"/>
                  </a:cubicBezTo>
                  <a:cubicBezTo>
                    <a:pt x="1114" y="745"/>
                    <a:pt x="1095" y="782"/>
                    <a:pt x="1104" y="821"/>
                  </a:cubicBezTo>
                  <a:cubicBezTo>
                    <a:pt x="1112" y="861"/>
                    <a:pt x="1143" y="888"/>
                    <a:pt x="1174" y="881"/>
                  </a:cubicBezTo>
                  <a:cubicBezTo>
                    <a:pt x="1205" y="875"/>
                    <a:pt x="1223" y="838"/>
                    <a:pt x="1215" y="798"/>
                  </a:cubicBezTo>
                  <a:close/>
                  <a:moveTo>
                    <a:pt x="1280" y="983"/>
                  </a:moveTo>
                  <a:lnTo>
                    <a:pt x="1120" y="1015"/>
                  </a:lnTo>
                  <a:lnTo>
                    <a:pt x="1139" y="1107"/>
                  </a:lnTo>
                  <a:lnTo>
                    <a:pt x="1299" y="1074"/>
                  </a:lnTo>
                  <a:lnTo>
                    <a:pt x="1280" y="983"/>
                  </a:lnTo>
                  <a:close/>
                  <a:moveTo>
                    <a:pt x="653" y="122"/>
                  </a:moveTo>
                  <a:lnTo>
                    <a:pt x="887" y="122"/>
                  </a:lnTo>
                  <a:lnTo>
                    <a:pt x="887" y="5"/>
                  </a:lnTo>
                  <a:lnTo>
                    <a:pt x="653" y="5"/>
                  </a:lnTo>
                  <a:lnTo>
                    <a:pt x="653" y="122"/>
                  </a:lnTo>
                  <a:close/>
                  <a:moveTo>
                    <a:pt x="653" y="1102"/>
                  </a:moveTo>
                  <a:lnTo>
                    <a:pt x="887" y="1102"/>
                  </a:lnTo>
                  <a:lnTo>
                    <a:pt x="887" y="1008"/>
                  </a:lnTo>
                  <a:lnTo>
                    <a:pt x="653" y="1008"/>
                  </a:lnTo>
                  <a:lnTo>
                    <a:pt x="653" y="1102"/>
                  </a:lnTo>
                  <a:close/>
                  <a:moveTo>
                    <a:pt x="653" y="845"/>
                  </a:moveTo>
                  <a:lnTo>
                    <a:pt x="887" y="845"/>
                  </a:lnTo>
                  <a:lnTo>
                    <a:pt x="887" y="285"/>
                  </a:lnTo>
                  <a:lnTo>
                    <a:pt x="653" y="285"/>
                  </a:lnTo>
                  <a:lnTo>
                    <a:pt x="653" y="845"/>
                  </a:lnTo>
                  <a:close/>
                  <a:moveTo>
                    <a:pt x="653" y="962"/>
                  </a:moveTo>
                  <a:lnTo>
                    <a:pt x="887" y="962"/>
                  </a:lnTo>
                  <a:lnTo>
                    <a:pt x="887" y="892"/>
                  </a:lnTo>
                  <a:lnTo>
                    <a:pt x="653" y="892"/>
                  </a:lnTo>
                  <a:lnTo>
                    <a:pt x="653" y="962"/>
                  </a:lnTo>
                  <a:close/>
                  <a:moveTo>
                    <a:pt x="653" y="238"/>
                  </a:moveTo>
                  <a:lnTo>
                    <a:pt x="887" y="238"/>
                  </a:lnTo>
                  <a:lnTo>
                    <a:pt x="887" y="168"/>
                  </a:lnTo>
                  <a:lnTo>
                    <a:pt x="653" y="168"/>
                  </a:lnTo>
                  <a:lnTo>
                    <a:pt x="653" y="238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8349874" y="4933771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实例分割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4588" t="13433" r="24588" b="26261"/>
          <a:stretch>
            <a:fillRect/>
          </a:stretch>
        </p:blipFill>
        <p:spPr>
          <a:xfrm>
            <a:off x="1113695" y="1342785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05✪</a:t>
            </a:r>
            <a:r>
              <a:rPr lang="zh-CN" altLang="en-US" dirty="0">
                <a:ea typeface="+mn-ea"/>
                <a:cs typeface="+mn-ea"/>
              </a:rPr>
              <a:t>论文结构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grpSp>
        <p:nvGrpSpPr>
          <p:cNvPr id="11" name="组合 10"/>
          <p:cNvGrpSpPr/>
          <p:nvPr/>
        </p:nvGrpSpPr>
        <p:grpSpPr>
          <a:xfrm flipH="1">
            <a:off x="7490135" y="5938299"/>
            <a:ext cx="4028765" cy="72000"/>
            <a:chOff x="660400" y="5424930"/>
            <a:chExt cx="4028765" cy="72000"/>
          </a:xfrm>
        </p:grpSpPr>
        <p:cxnSp>
          <p:nvCxnSpPr>
            <p:cNvPr id="12" name="直接连接符 11"/>
            <p:cNvCxnSpPr>
              <a:stCxn id="13" idx="3"/>
            </p:cNvCxnSpPr>
            <p:nvPr/>
          </p:nvCxnSpPr>
          <p:spPr>
            <a:xfrm>
              <a:off x="1200400" y="5460930"/>
              <a:ext cx="348876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660400" y="5424930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flipH="1">
            <a:off x="7273447" y="3751426"/>
            <a:ext cx="3859542" cy="371187"/>
            <a:chOff x="1017258" y="2819053"/>
            <a:chExt cx="3859542" cy="37118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87258" y="2891053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287258" y="3190240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017258" y="2819053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60400" y="5553916"/>
            <a:ext cx="4028765" cy="72000"/>
            <a:chOff x="660400" y="5424930"/>
            <a:chExt cx="4028765" cy="72000"/>
          </a:xfrm>
        </p:grpSpPr>
        <p:cxnSp>
          <p:nvCxnSpPr>
            <p:cNvPr id="19" name="直接连接符 18"/>
            <p:cNvCxnSpPr>
              <a:stCxn id="20" idx="3"/>
            </p:cNvCxnSpPr>
            <p:nvPr/>
          </p:nvCxnSpPr>
          <p:spPr>
            <a:xfrm>
              <a:off x="1200400" y="5460930"/>
              <a:ext cx="348876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660400" y="5424930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017258" y="3386211"/>
            <a:ext cx="3859542" cy="371187"/>
            <a:chOff x="1017258" y="3196675"/>
            <a:chExt cx="3859542" cy="371187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660400" y="4016250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168726" y="4400633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337174" y="4800743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R="0" lvl="0" indent="0" algn="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17258" y="1847544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017258" y="2247654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8782815" y="2213760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951263" y="2613870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60400" y="4416360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689163" y="2250996"/>
            <a:ext cx="2813671" cy="4072640"/>
            <a:chOff x="4689163" y="2250996"/>
            <a:chExt cx="2813671" cy="4072640"/>
          </a:xfrm>
        </p:grpSpPr>
        <p:grpSp>
          <p:nvGrpSpPr>
            <p:cNvPr id="25" name="组合 24"/>
            <p:cNvGrpSpPr/>
            <p:nvPr/>
          </p:nvGrpSpPr>
          <p:grpSpPr>
            <a:xfrm>
              <a:off x="4689163" y="2250996"/>
              <a:ext cx="2813671" cy="4072640"/>
              <a:chOff x="5038726" y="2152651"/>
              <a:chExt cx="2114551" cy="3060702"/>
            </a:xfrm>
            <a:scene3d>
              <a:camera prst="perspectiveRelaxedModerately" fov="4200000"/>
              <a:lightRig rig="threePt" dir="t"/>
            </a:scene3d>
          </p:grpSpPr>
          <p:sp>
            <p:nvSpPr>
              <p:cNvPr id="26" name="îslïḍé"/>
              <p:cNvSpPr/>
              <p:nvPr/>
            </p:nvSpPr>
            <p:spPr bwMode="auto">
              <a:xfrm>
                <a:off x="5038726" y="2152651"/>
                <a:ext cx="2114551" cy="3060702"/>
              </a:xfrm>
              <a:custGeom>
                <a:avLst/>
                <a:gdLst>
                  <a:gd name="T0" fmla="*/ 13 w 415"/>
                  <a:gd name="T1" fmla="*/ 0 h 601"/>
                  <a:gd name="T2" fmla="*/ 320 w 415"/>
                  <a:gd name="T3" fmla="*/ 0 h 601"/>
                  <a:gd name="T4" fmla="*/ 366 w 415"/>
                  <a:gd name="T5" fmla="*/ 46 h 601"/>
                  <a:gd name="T6" fmla="*/ 415 w 415"/>
                  <a:gd name="T7" fmla="*/ 95 h 601"/>
                  <a:gd name="T8" fmla="*/ 415 w 415"/>
                  <a:gd name="T9" fmla="*/ 587 h 601"/>
                  <a:gd name="T10" fmla="*/ 401 w 415"/>
                  <a:gd name="T11" fmla="*/ 601 h 601"/>
                  <a:gd name="T12" fmla="*/ 13 w 415"/>
                  <a:gd name="T13" fmla="*/ 601 h 601"/>
                  <a:gd name="T14" fmla="*/ 0 w 415"/>
                  <a:gd name="T15" fmla="*/ 587 h 601"/>
                  <a:gd name="T16" fmla="*/ 0 w 415"/>
                  <a:gd name="T17" fmla="*/ 13 h 601"/>
                  <a:gd name="T18" fmla="*/ 13 w 415"/>
                  <a:gd name="T19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5" h="601">
                    <a:moveTo>
                      <a:pt x="13" y="0"/>
                    </a:moveTo>
                    <a:cubicBezTo>
                      <a:pt x="320" y="0"/>
                      <a:pt x="320" y="0"/>
                      <a:pt x="320" y="0"/>
                    </a:cubicBezTo>
                    <a:cubicBezTo>
                      <a:pt x="366" y="46"/>
                      <a:pt x="366" y="46"/>
                      <a:pt x="366" y="46"/>
                    </a:cubicBezTo>
                    <a:cubicBezTo>
                      <a:pt x="415" y="95"/>
                      <a:pt x="415" y="95"/>
                      <a:pt x="415" y="95"/>
                    </a:cubicBezTo>
                    <a:cubicBezTo>
                      <a:pt x="415" y="587"/>
                      <a:pt x="415" y="587"/>
                      <a:pt x="415" y="587"/>
                    </a:cubicBezTo>
                    <a:cubicBezTo>
                      <a:pt x="415" y="595"/>
                      <a:pt x="409" y="601"/>
                      <a:pt x="401" y="601"/>
                    </a:cubicBezTo>
                    <a:cubicBezTo>
                      <a:pt x="13" y="601"/>
                      <a:pt x="13" y="601"/>
                      <a:pt x="13" y="601"/>
                    </a:cubicBezTo>
                    <a:cubicBezTo>
                      <a:pt x="6" y="601"/>
                      <a:pt x="0" y="595"/>
                      <a:pt x="0" y="587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7" name="îṩḷîḋê"/>
              <p:cNvSpPr/>
              <p:nvPr/>
            </p:nvSpPr>
            <p:spPr bwMode="auto">
              <a:xfrm>
                <a:off x="6669089" y="2152651"/>
                <a:ext cx="484188" cy="482600"/>
              </a:xfrm>
              <a:custGeom>
                <a:avLst/>
                <a:gdLst>
                  <a:gd name="T0" fmla="*/ 95 w 95"/>
                  <a:gd name="T1" fmla="*/ 95 h 95"/>
                  <a:gd name="T2" fmla="*/ 14 w 95"/>
                  <a:gd name="T3" fmla="*/ 95 h 95"/>
                  <a:gd name="T4" fmla="*/ 0 w 95"/>
                  <a:gd name="T5" fmla="*/ 81 h 95"/>
                  <a:gd name="T6" fmla="*/ 0 w 95"/>
                  <a:gd name="T7" fmla="*/ 0 h 95"/>
                  <a:gd name="T8" fmla="*/ 49 w 95"/>
                  <a:gd name="T9" fmla="*/ 49 h 95"/>
                  <a:gd name="T10" fmla="*/ 95 w 95"/>
                  <a:gd name="T1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95">
                    <a:moveTo>
                      <a:pt x="95" y="95"/>
                    </a:moveTo>
                    <a:cubicBezTo>
                      <a:pt x="14" y="95"/>
                      <a:pt x="14" y="95"/>
                      <a:pt x="14" y="95"/>
                    </a:cubicBezTo>
                    <a:cubicBezTo>
                      <a:pt x="6" y="95"/>
                      <a:pt x="0" y="89"/>
                      <a:pt x="0" y="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9" y="49"/>
                      <a:pt x="49" y="49"/>
                      <a:pt x="49" y="49"/>
                    </a:cubicBezTo>
                    <a:lnTo>
                      <a:pt x="95" y="95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8" name="ïṧḷïḍe"/>
              <p:cNvSpPr/>
              <p:nvPr/>
            </p:nvSpPr>
            <p:spPr bwMode="auto">
              <a:xfrm>
                <a:off x="5364163" y="2784477"/>
                <a:ext cx="1503363" cy="50800"/>
              </a:xfrm>
              <a:custGeom>
                <a:avLst/>
                <a:gdLst>
                  <a:gd name="T0" fmla="*/ 5 w 295"/>
                  <a:gd name="T1" fmla="*/ 0 h 10"/>
                  <a:gd name="T2" fmla="*/ 290 w 295"/>
                  <a:gd name="T3" fmla="*/ 0 h 10"/>
                  <a:gd name="T4" fmla="*/ 295 w 295"/>
                  <a:gd name="T5" fmla="*/ 5 h 10"/>
                  <a:gd name="T6" fmla="*/ 295 w 295"/>
                  <a:gd name="T7" fmla="*/ 5 h 10"/>
                  <a:gd name="T8" fmla="*/ 290 w 295"/>
                  <a:gd name="T9" fmla="*/ 10 h 10"/>
                  <a:gd name="T10" fmla="*/ 5 w 295"/>
                  <a:gd name="T11" fmla="*/ 10 h 10"/>
                  <a:gd name="T12" fmla="*/ 0 w 295"/>
                  <a:gd name="T13" fmla="*/ 5 h 10"/>
                  <a:gd name="T14" fmla="*/ 0 w 295"/>
                  <a:gd name="T15" fmla="*/ 5 h 10"/>
                  <a:gd name="T16" fmla="*/ 5 w 295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0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0"/>
                      <a:pt x="290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9" name="íşliḓé"/>
              <p:cNvSpPr/>
              <p:nvPr/>
            </p:nvSpPr>
            <p:spPr bwMode="auto">
              <a:xfrm>
                <a:off x="5364163" y="3128436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0" name="iSḻiďè"/>
              <p:cNvSpPr/>
              <p:nvPr/>
            </p:nvSpPr>
            <p:spPr bwMode="auto">
              <a:xfrm>
                <a:off x="5364163" y="3477159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1" name="ï$ḻïḍè"/>
              <p:cNvSpPr/>
              <p:nvPr/>
            </p:nvSpPr>
            <p:spPr bwMode="auto">
              <a:xfrm>
                <a:off x="5364163" y="452332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2" name="íşľîḓé"/>
              <p:cNvSpPr/>
              <p:nvPr/>
            </p:nvSpPr>
            <p:spPr bwMode="auto">
              <a:xfrm>
                <a:off x="5364163" y="487204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3" name="íşliḓé"/>
              <p:cNvSpPr/>
              <p:nvPr/>
            </p:nvSpPr>
            <p:spPr bwMode="auto">
              <a:xfrm>
                <a:off x="5364161" y="3825882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4" name="iSḻiďè"/>
              <p:cNvSpPr/>
              <p:nvPr/>
            </p:nvSpPr>
            <p:spPr bwMode="auto">
              <a:xfrm>
                <a:off x="5364162" y="4174597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  <p:pic>
          <p:nvPicPr>
            <p:cNvPr id="47" name="图片 46"/>
            <p:cNvPicPr/>
            <p:nvPr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025779" y="3503628"/>
              <a:ext cx="2170816" cy="2170812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  <a:scene3d>
              <a:camera prst="perspectiveRelaxedModerately" fov="4200000"/>
              <a:lightRig rig="threePt" dir="t"/>
            </a:scene3d>
          </p:spPr>
        </p:pic>
      </p:grpSp>
      <p:sp>
        <p:nvSpPr>
          <p:cNvPr id="43" name="椭圆 42"/>
          <p:cNvSpPr/>
          <p:nvPr/>
        </p:nvSpPr>
        <p:spPr>
          <a:xfrm>
            <a:off x="4703537" y="3699273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4482860" y="5544190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7657326" y="5917236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7428148" y="4064858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14</a:t>
            </a:fld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柜层分割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cs typeface="+mn-ea"/>
              </a:rPr>
              <a:t>Research Methods And Processes 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24588" t="13433" r="24588" b="26261"/>
          <a:stretch>
            <a:fillRect/>
          </a:stretch>
        </p:blipFill>
        <p:spPr>
          <a:xfrm>
            <a:off x="1115807" y="1342785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06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22960" y="3375229"/>
            <a:ext cx="11118832" cy="517055"/>
            <a:chOff x="622960" y="3375229"/>
            <a:chExt cx="11118832" cy="517055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664280" y="3399896"/>
              <a:ext cx="10858500" cy="0"/>
            </a:xfrm>
            <a:prstGeom prst="line">
              <a:avLst/>
            </a:prstGeom>
            <a:ln w="57150" cap="flat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86000" y="3554765"/>
              <a:ext cx="10800000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86000" y="3709634"/>
              <a:ext cx="10800000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64280" y="3864504"/>
              <a:ext cx="10858500" cy="0"/>
            </a:xfrm>
            <a:prstGeom prst="line">
              <a:avLst/>
            </a:prstGeom>
            <a:ln w="57150" cap="flat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left-arrowhead_45248"/>
            <p:cNvSpPr>
              <a:spLocks noChangeAspect="1"/>
            </p:cNvSpPr>
            <p:nvPr/>
          </p:nvSpPr>
          <p:spPr bwMode="auto">
            <a:xfrm flipH="1">
              <a:off x="4173632" y="3375229"/>
              <a:ext cx="387044" cy="517055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" name="left-arrowhead_45248"/>
            <p:cNvSpPr>
              <a:spLocks noChangeAspect="1"/>
            </p:cNvSpPr>
            <p:nvPr/>
          </p:nvSpPr>
          <p:spPr bwMode="auto">
            <a:xfrm flipH="1">
              <a:off x="7631325" y="3375229"/>
              <a:ext cx="387044" cy="517055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left-arrowhead_45248"/>
            <p:cNvSpPr>
              <a:spLocks noChangeAspect="1"/>
            </p:cNvSpPr>
            <p:nvPr/>
          </p:nvSpPr>
          <p:spPr bwMode="auto">
            <a:xfrm flipH="1">
              <a:off x="622960" y="3375229"/>
              <a:ext cx="387044" cy="517055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" name="left-arrowhead_45248"/>
            <p:cNvSpPr>
              <a:spLocks noChangeAspect="1"/>
            </p:cNvSpPr>
            <p:nvPr/>
          </p:nvSpPr>
          <p:spPr bwMode="auto">
            <a:xfrm flipH="1">
              <a:off x="11354748" y="3375229"/>
              <a:ext cx="387044" cy="517055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788882" y="4479849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60400" y="4977273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1774568" y="3178024"/>
            <a:ext cx="953392" cy="908352"/>
            <a:chOff x="1774568" y="3178024"/>
            <a:chExt cx="953392" cy="908352"/>
          </a:xfrm>
        </p:grpSpPr>
        <p:sp>
          <p:nvSpPr>
            <p:cNvPr id="22" name="矩形: 圆角 21"/>
            <p:cNvSpPr/>
            <p:nvPr/>
          </p:nvSpPr>
          <p:spPr>
            <a:xfrm>
              <a:off x="1774568" y="3178024"/>
              <a:ext cx="953392" cy="908352"/>
            </a:xfrm>
            <a:prstGeom prst="roundRect">
              <a:avLst>
                <a:gd name="adj" fmla="val 1482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1805048" y="3207064"/>
              <a:ext cx="892432" cy="850272"/>
            </a:xfrm>
            <a:prstGeom prst="roundRect">
              <a:avLst>
                <a:gd name="adj" fmla="val 1482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4" name="ïśļiḑé"/>
            <p:cNvSpPr/>
            <p:nvPr/>
          </p:nvSpPr>
          <p:spPr>
            <a:xfrm>
              <a:off x="2046742" y="3435508"/>
              <a:ext cx="409044" cy="393384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633619" y="4479849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505137" y="4977273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pSp>
        <p:nvGrpSpPr>
          <p:cNvPr id="27" name="Group 47"/>
          <p:cNvGrpSpPr/>
          <p:nvPr/>
        </p:nvGrpSpPr>
        <p:grpSpPr>
          <a:xfrm>
            <a:off x="5619305" y="3178024"/>
            <a:ext cx="953392" cy="908352"/>
            <a:chOff x="1774568" y="3178024"/>
            <a:chExt cx="953392" cy="908352"/>
          </a:xfrm>
        </p:grpSpPr>
        <p:sp>
          <p:nvSpPr>
            <p:cNvPr id="28" name="矩形: 圆角 27"/>
            <p:cNvSpPr/>
            <p:nvPr/>
          </p:nvSpPr>
          <p:spPr>
            <a:xfrm>
              <a:off x="1774568" y="3178024"/>
              <a:ext cx="953392" cy="908352"/>
            </a:xfrm>
            <a:prstGeom prst="roundRect">
              <a:avLst>
                <a:gd name="adj" fmla="val 1482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1805048" y="3207064"/>
              <a:ext cx="892432" cy="850272"/>
            </a:xfrm>
            <a:prstGeom prst="roundRect">
              <a:avLst>
                <a:gd name="adj" fmla="val 1482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0" name="ïśļiḑé"/>
            <p:cNvSpPr/>
            <p:nvPr/>
          </p:nvSpPr>
          <p:spPr>
            <a:xfrm>
              <a:off x="2046742" y="3427913"/>
              <a:ext cx="409044" cy="408568"/>
            </a:xfrm>
            <a:custGeom>
              <a:avLst/>
              <a:gdLst>
                <a:gd name="connsiteX0" fmla="*/ 20293 w 607428"/>
                <a:gd name="connsiteY0" fmla="*/ 364032 h 606722"/>
                <a:gd name="connsiteX1" fmla="*/ 20293 w 607428"/>
                <a:gd name="connsiteY1" fmla="*/ 586461 h 606722"/>
                <a:gd name="connsiteX2" fmla="*/ 50645 w 607428"/>
                <a:gd name="connsiteY2" fmla="*/ 586461 h 606722"/>
                <a:gd name="connsiteX3" fmla="*/ 50645 w 607428"/>
                <a:gd name="connsiteY3" fmla="*/ 576330 h 606722"/>
                <a:gd name="connsiteX4" fmla="*/ 50645 w 607428"/>
                <a:gd name="connsiteY4" fmla="*/ 379228 h 606722"/>
                <a:gd name="connsiteX5" fmla="*/ 50645 w 607428"/>
                <a:gd name="connsiteY5" fmla="*/ 364032 h 606722"/>
                <a:gd name="connsiteX6" fmla="*/ 162033 w 607428"/>
                <a:gd name="connsiteY6" fmla="*/ 334909 h 606722"/>
                <a:gd name="connsiteX7" fmla="*/ 192432 w 607428"/>
                <a:gd name="connsiteY7" fmla="*/ 345815 h 606722"/>
                <a:gd name="connsiteX8" fmla="*/ 250108 w 607428"/>
                <a:gd name="connsiteY8" fmla="*/ 364032 h 606722"/>
                <a:gd name="connsiteX9" fmla="*/ 289627 w 607428"/>
                <a:gd name="connsiteY9" fmla="*/ 364032 h 606722"/>
                <a:gd name="connsiteX10" fmla="*/ 362523 w 607428"/>
                <a:gd name="connsiteY10" fmla="*/ 401444 h 606722"/>
                <a:gd name="connsiteX11" fmla="*/ 364570 w 607428"/>
                <a:gd name="connsiteY11" fmla="*/ 424727 h 606722"/>
                <a:gd name="connsiteX12" fmla="*/ 212636 w 607428"/>
                <a:gd name="connsiteY12" fmla="*/ 424727 h 606722"/>
                <a:gd name="connsiteX13" fmla="*/ 162081 w 607428"/>
                <a:gd name="connsiteY13" fmla="*/ 465160 h 606722"/>
                <a:gd name="connsiteX14" fmla="*/ 172138 w 607428"/>
                <a:gd name="connsiteY14" fmla="*/ 475291 h 606722"/>
                <a:gd name="connsiteX15" fmla="*/ 182285 w 607428"/>
                <a:gd name="connsiteY15" fmla="*/ 465160 h 606722"/>
                <a:gd name="connsiteX16" fmla="*/ 212636 w 607428"/>
                <a:gd name="connsiteY16" fmla="*/ 444899 h 606722"/>
                <a:gd name="connsiteX17" fmla="*/ 364570 w 607428"/>
                <a:gd name="connsiteY17" fmla="*/ 444899 h 606722"/>
                <a:gd name="connsiteX18" fmla="*/ 371691 w 607428"/>
                <a:gd name="connsiteY18" fmla="*/ 443922 h 606722"/>
                <a:gd name="connsiteX19" fmla="*/ 398037 w 607428"/>
                <a:gd name="connsiteY19" fmla="*/ 434768 h 606722"/>
                <a:gd name="connsiteX20" fmla="*/ 434440 w 607428"/>
                <a:gd name="connsiteY20" fmla="*/ 426682 h 606722"/>
                <a:gd name="connsiteX21" fmla="*/ 521578 w 607428"/>
                <a:gd name="connsiteY21" fmla="*/ 373096 h 606722"/>
                <a:gd name="connsiteX22" fmla="*/ 602573 w 607428"/>
                <a:gd name="connsiteY22" fmla="*/ 374163 h 606722"/>
                <a:gd name="connsiteX23" fmla="*/ 596521 w 607428"/>
                <a:gd name="connsiteY23" fmla="*/ 414596 h 606722"/>
                <a:gd name="connsiteX24" fmla="*/ 443608 w 607428"/>
                <a:gd name="connsiteY24" fmla="*/ 531898 h 606722"/>
                <a:gd name="connsiteX25" fmla="*/ 410142 w 607428"/>
                <a:gd name="connsiteY25" fmla="*/ 549049 h 606722"/>
                <a:gd name="connsiteX26" fmla="*/ 395990 w 607428"/>
                <a:gd name="connsiteY26" fmla="*/ 551093 h 606722"/>
                <a:gd name="connsiteX27" fmla="*/ 264349 w 607428"/>
                <a:gd name="connsiteY27" fmla="*/ 571265 h 606722"/>
                <a:gd name="connsiteX28" fmla="*/ 202579 w 607428"/>
                <a:gd name="connsiteY28" fmla="*/ 576330 h 606722"/>
                <a:gd name="connsiteX29" fmla="*/ 70938 w 607428"/>
                <a:gd name="connsiteY29" fmla="*/ 576330 h 606722"/>
                <a:gd name="connsiteX30" fmla="*/ 70938 w 607428"/>
                <a:gd name="connsiteY30" fmla="*/ 606722 h 606722"/>
                <a:gd name="connsiteX31" fmla="*/ 0 w 607428"/>
                <a:gd name="connsiteY31" fmla="*/ 606722 h 606722"/>
                <a:gd name="connsiteX32" fmla="*/ 0 w 607428"/>
                <a:gd name="connsiteY32" fmla="*/ 343771 h 606722"/>
                <a:gd name="connsiteX33" fmla="*/ 70938 w 607428"/>
                <a:gd name="connsiteY33" fmla="*/ 343771 h 606722"/>
                <a:gd name="connsiteX34" fmla="*/ 70938 w 607428"/>
                <a:gd name="connsiteY34" fmla="*/ 366076 h 606722"/>
                <a:gd name="connsiteX35" fmla="*/ 162033 w 607428"/>
                <a:gd name="connsiteY35" fmla="*/ 334909 h 606722"/>
                <a:gd name="connsiteX36" fmla="*/ 455783 w 607428"/>
                <a:gd name="connsiteY36" fmla="*/ 63721 h 606722"/>
                <a:gd name="connsiteX37" fmla="*/ 476036 w 607428"/>
                <a:gd name="connsiteY37" fmla="*/ 83938 h 606722"/>
                <a:gd name="connsiteX38" fmla="*/ 455783 w 607428"/>
                <a:gd name="connsiteY38" fmla="*/ 104155 h 606722"/>
                <a:gd name="connsiteX39" fmla="*/ 435530 w 607428"/>
                <a:gd name="connsiteY39" fmla="*/ 83938 h 606722"/>
                <a:gd name="connsiteX40" fmla="*/ 455783 w 607428"/>
                <a:gd name="connsiteY40" fmla="*/ 63721 h 606722"/>
                <a:gd name="connsiteX41" fmla="*/ 455725 w 607428"/>
                <a:gd name="connsiteY41" fmla="*/ 43462 h 606722"/>
                <a:gd name="connsiteX42" fmla="*/ 415227 w 607428"/>
                <a:gd name="connsiteY42" fmla="*/ 83903 h 606722"/>
                <a:gd name="connsiteX43" fmla="*/ 455725 w 607428"/>
                <a:gd name="connsiteY43" fmla="*/ 124343 h 606722"/>
                <a:gd name="connsiteX44" fmla="*/ 496222 w 607428"/>
                <a:gd name="connsiteY44" fmla="*/ 83903 h 606722"/>
                <a:gd name="connsiteX45" fmla="*/ 455725 w 607428"/>
                <a:gd name="connsiteY45" fmla="*/ 43462 h 606722"/>
                <a:gd name="connsiteX46" fmla="*/ 445578 w 607428"/>
                <a:gd name="connsiteY46" fmla="*/ 0 h 606722"/>
                <a:gd name="connsiteX47" fmla="*/ 536720 w 607428"/>
                <a:gd name="connsiteY47" fmla="*/ 91013 h 606722"/>
                <a:gd name="connsiteX48" fmla="*/ 445578 w 607428"/>
                <a:gd name="connsiteY48" fmla="*/ 182027 h 606722"/>
                <a:gd name="connsiteX49" fmla="*/ 428400 w 607428"/>
                <a:gd name="connsiteY49" fmla="*/ 179982 h 606722"/>
                <a:gd name="connsiteX50" fmla="*/ 413180 w 607428"/>
                <a:gd name="connsiteY50" fmla="*/ 198203 h 606722"/>
                <a:gd name="connsiteX51" fmla="*/ 405081 w 607428"/>
                <a:gd name="connsiteY51" fmla="*/ 202291 h 606722"/>
                <a:gd name="connsiteX52" fmla="*/ 374730 w 607428"/>
                <a:gd name="connsiteY52" fmla="*/ 202291 h 606722"/>
                <a:gd name="connsiteX53" fmla="*/ 374730 w 607428"/>
                <a:gd name="connsiteY53" fmla="*/ 232599 h 606722"/>
                <a:gd name="connsiteX54" fmla="*/ 364583 w 607428"/>
                <a:gd name="connsiteY54" fmla="*/ 242732 h 606722"/>
                <a:gd name="connsiteX55" fmla="*/ 334232 w 607428"/>
                <a:gd name="connsiteY55" fmla="*/ 242732 h 606722"/>
                <a:gd name="connsiteX56" fmla="*/ 334232 w 607428"/>
                <a:gd name="connsiteY56" fmla="*/ 273040 h 606722"/>
                <a:gd name="connsiteX57" fmla="*/ 324086 w 607428"/>
                <a:gd name="connsiteY57" fmla="*/ 283172 h 606722"/>
                <a:gd name="connsiteX58" fmla="*/ 283588 w 607428"/>
                <a:gd name="connsiteY58" fmla="*/ 283172 h 606722"/>
                <a:gd name="connsiteX59" fmla="*/ 283588 w 607428"/>
                <a:gd name="connsiteY59" fmla="*/ 313481 h 606722"/>
                <a:gd name="connsiteX60" fmla="*/ 273441 w 607428"/>
                <a:gd name="connsiteY60" fmla="*/ 323613 h 606722"/>
                <a:gd name="connsiteX61" fmla="*/ 222797 w 607428"/>
                <a:gd name="connsiteY61" fmla="*/ 323613 h 606722"/>
                <a:gd name="connsiteX62" fmla="*/ 212651 w 607428"/>
                <a:gd name="connsiteY62" fmla="*/ 315525 h 606722"/>
                <a:gd name="connsiteX63" fmla="*/ 202593 w 607428"/>
                <a:gd name="connsiteY63" fmla="*/ 264952 h 606722"/>
                <a:gd name="connsiteX64" fmla="*/ 205619 w 607428"/>
                <a:gd name="connsiteY64" fmla="*/ 255886 h 606722"/>
                <a:gd name="connsiteX65" fmla="*/ 356484 w 607428"/>
                <a:gd name="connsiteY65" fmla="*/ 108167 h 606722"/>
                <a:gd name="connsiteX66" fmla="*/ 354437 w 607428"/>
                <a:gd name="connsiteY66" fmla="*/ 91013 h 606722"/>
                <a:gd name="connsiteX67" fmla="*/ 445578 w 607428"/>
                <a:gd name="connsiteY6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7428" h="606722">
                  <a:moveTo>
                    <a:pt x="20293" y="364032"/>
                  </a:moveTo>
                  <a:lnTo>
                    <a:pt x="20293" y="586461"/>
                  </a:lnTo>
                  <a:lnTo>
                    <a:pt x="50645" y="586461"/>
                  </a:lnTo>
                  <a:lnTo>
                    <a:pt x="50645" y="576330"/>
                  </a:lnTo>
                  <a:lnTo>
                    <a:pt x="50645" y="379228"/>
                  </a:lnTo>
                  <a:lnTo>
                    <a:pt x="50645" y="364032"/>
                  </a:lnTo>
                  <a:close/>
                  <a:moveTo>
                    <a:pt x="162033" y="334909"/>
                  </a:moveTo>
                  <a:cubicBezTo>
                    <a:pt x="172923" y="335712"/>
                    <a:pt x="183309" y="338994"/>
                    <a:pt x="192432" y="345815"/>
                  </a:cubicBezTo>
                  <a:cubicBezTo>
                    <a:pt x="207652" y="356923"/>
                    <a:pt x="228925" y="364032"/>
                    <a:pt x="250108" y="364032"/>
                  </a:cubicBezTo>
                  <a:lnTo>
                    <a:pt x="289627" y="364032"/>
                  </a:lnTo>
                  <a:cubicBezTo>
                    <a:pt x="318999" y="364032"/>
                    <a:pt x="346324" y="378162"/>
                    <a:pt x="362523" y="401444"/>
                  </a:cubicBezTo>
                  <a:cubicBezTo>
                    <a:pt x="368665" y="410508"/>
                    <a:pt x="366617" y="424727"/>
                    <a:pt x="364570" y="424727"/>
                  </a:cubicBezTo>
                  <a:lnTo>
                    <a:pt x="212636" y="424727"/>
                  </a:lnTo>
                  <a:cubicBezTo>
                    <a:pt x="181306" y="424727"/>
                    <a:pt x="162081" y="439834"/>
                    <a:pt x="162081" y="465160"/>
                  </a:cubicBezTo>
                  <a:cubicBezTo>
                    <a:pt x="162081" y="471203"/>
                    <a:pt x="166086" y="475291"/>
                    <a:pt x="172138" y="475291"/>
                  </a:cubicBezTo>
                  <a:cubicBezTo>
                    <a:pt x="178280" y="475291"/>
                    <a:pt x="182285" y="471203"/>
                    <a:pt x="182285" y="465160"/>
                  </a:cubicBezTo>
                  <a:cubicBezTo>
                    <a:pt x="182285" y="460095"/>
                    <a:pt x="182285" y="444899"/>
                    <a:pt x="212636" y="444899"/>
                  </a:cubicBezTo>
                  <a:lnTo>
                    <a:pt x="364570" y="444899"/>
                  </a:lnTo>
                  <a:cubicBezTo>
                    <a:pt x="366617" y="444899"/>
                    <a:pt x="368665" y="443922"/>
                    <a:pt x="371691" y="443922"/>
                  </a:cubicBezTo>
                  <a:cubicBezTo>
                    <a:pt x="378722" y="437879"/>
                    <a:pt x="388869" y="435835"/>
                    <a:pt x="398037" y="434768"/>
                  </a:cubicBezTo>
                  <a:cubicBezTo>
                    <a:pt x="413168" y="433791"/>
                    <a:pt x="426341" y="430770"/>
                    <a:pt x="434440" y="426682"/>
                  </a:cubicBezTo>
                  <a:lnTo>
                    <a:pt x="521578" y="373096"/>
                  </a:lnTo>
                  <a:cubicBezTo>
                    <a:pt x="567149" y="348836"/>
                    <a:pt x="584327" y="349902"/>
                    <a:pt x="602573" y="374163"/>
                  </a:cubicBezTo>
                  <a:cubicBezTo>
                    <a:pt x="610673" y="386248"/>
                    <a:pt x="608626" y="404466"/>
                    <a:pt x="596521" y="414596"/>
                  </a:cubicBezTo>
                  <a:lnTo>
                    <a:pt x="443608" y="531898"/>
                  </a:lnTo>
                  <a:cubicBezTo>
                    <a:pt x="433461" y="541940"/>
                    <a:pt x="422335" y="547005"/>
                    <a:pt x="410142" y="549049"/>
                  </a:cubicBezTo>
                  <a:cubicBezTo>
                    <a:pt x="406136" y="550115"/>
                    <a:pt x="401063" y="551093"/>
                    <a:pt x="395990" y="551093"/>
                  </a:cubicBezTo>
                  <a:lnTo>
                    <a:pt x="264349" y="571265"/>
                  </a:lnTo>
                  <a:cubicBezTo>
                    <a:pt x="244056" y="574375"/>
                    <a:pt x="222783" y="576330"/>
                    <a:pt x="202579" y="576330"/>
                  </a:cubicBezTo>
                  <a:lnTo>
                    <a:pt x="70938" y="576330"/>
                  </a:lnTo>
                  <a:lnTo>
                    <a:pt x="70938" y="606722"/>
                  </a:lnTo>
                  <a:lnTo>
                    <a:pt x="0" y="606722"/>
                  </a:lnTo>
                  <a:lnTo>
                    <a:pt x="0" y="343771"/>
                  </a:lnTo>
                  <a:lnTo>
                    <a:pt x="70938" y="343771"/>
                  </a:lnTo>
                  <a:lnTo>
                    <a:pt x="70938" y="366076"/>
                  </a:lnTo>
                  <a:cubicBezTo>
                    <a:pt x="92166" y="352413"/>
                    <a:pt x="129365" y="332502"/>
                    <a:pt x="162033" y="334909"/>
                  </a:cubicBezTo>
                  <a:close/>
                  <a:moveTo>
                    <a:pt x="455783" y="63721"/>
                  </a:moveTo>
                  <a:cubicBezTo>
                    <a:pt x="466968" y="63721"/>
                    <a:pt x="476036" y="72772"/>
                    <a:pt x="476036" y="83938"/>
                  </a:cubicBezTo>
                  <a:cubicBezTo>
                    <a:pt x="476036" y="95104"/>
                    <a:pt x="466968" y="104155"/>
                    <a:pt x="455783" y="104155"/>
                  </a:cubicBezTo>
                  <a:cubicBezTo>
                    <a:pt x="444598" y="104155"/>
                    <a:pt x="435530" y="95104"/>
                    <a:pt x="435530" y="83938"/>
                  </a:cubicBezTo>
                  <a:cubicBezTo>
                    <a:pt x="435530" y="72772"/>
                    <a:pt x="444598" y="63721"/>
                    <a:pt x="455783" y="63721"/>
                  </a:cubicBezTo>
                  <a:close/>
                  <a:moveTo>
                    <a:pt x="455725" y="43462"/>
                  </a:moveTo>
                  <a:cubicBezTo>
                    <a:pt x="433474" y="43462"/>
                    <a:pt x="415227" y="61683"/>
                    <a:pt x="415227" y="83903"/>
                  </a:cubicBezTo>
                  <a:cubicBezTo>
                    <a:pt x="415227" y="106212"/>
                    <a:pt x="433474" y="124343"/>
                    <a:pt x="455725" y="124343"/>
                  </a:cubicBezTo>
                  <a:cubicBezTo>
                    <a:pt x="477976" y="124343"/>
                    <a:pt x="496222" y="106212"/>
                    <a:pt x="496222" y="83903"/>
                  </a:cubicBezTo>
                  <a:cubicBezTo>
                    <a:pt x="496222" y="61683"/>
                    <a:pt x="477976" y="43462"/>
                    <a:pt x="455725" y="43462"/>
                  </a:cubicBezTo>
                  <a:close/>
                  <a:moveTo>
                    <a:pt x="445578" y="0"/>
                  </a:moveTo>
                  <a:cubicBezTo>
                    <a:pt x="496222" y="0"/>
                    <a:pt x="536720" y="40440"/>
                    <a:pt x="536720" y="91013"/>
                  </a:cubicBezTo>
                  <a:cubicBezTo>
                    <a:pt x="536720" y="141586"/>
                    <a:pt x="496222" y="182027"/>
                    <a:pt x="445578" y="182027"/>
                  </a:cubicBezTo>
                  <a:cubicBezTo>
                    <a:pt x="439526" y="182027"/>
                    <a:pt x="433474" y="181049"/>
                    <a:pt x="428400" y="179982"/>
                  </a:cubicBezTo>
                  <a:cubicBezTo>
                    <a:pt x="421280" y="188070"/>
                    <a:pt x="413180" y="198203"/>
                    <a:pt x="413180" y="198203"/>
                  </a:cubicBezTo>
                  <a:cubicBezTo>
                    <a:pt x="411133" y="201225"/>
                    <a:pt x="408107" y="202291"/>
                    <a:pt x="405081" y="202291"/>
                  </a:cubicBezTo>
                  <a:lnTo>
                    <a:pt x="374730" y="202291"/>
                  </a:lnTo>
                  <a:lnTo>
                    <a:pt x="374730" y="232599"/>
                  </a:lnTo>
                  <a:cubicBezTo>
                    <a:pt x="374730" y="238643"/>
                    <a:pt x="370636" y="242732"/>
                    <a:pt x="364583" y="242732"/>
                  </a:cubicBezTo>
                  <a:lnTo>
                    <a:pt x="334232" y="242732"/>
                  </a:lnTo>
                  <a:lnTo>
                    <a:pt x="334232" y="273040"/>
                  </a:lnTo>
                  <a:cubicBezTo>
                    <a:pt x="334232" y="279084"/>
                    <a:pt x="330138" y="283172"/>
                    <a:pt x="324086" y="283172"/>
                  </a:cubicBezTo>
                  <a:lnTo>
                    <a:pt x="283588" y="283172"/>
                  </a:lnTo>
                  <a:lnTo>
                    <a:pt x="283588" y="313481"/>
                  </a:lnTo>
                  <a:cubicBezTo>
                    <a:pt x="283588" y="319525"/>
                    <a:pt x="279494" y="323613"/>
                    <a:pt x="273441" y="323613"/>
                  </a:cubicBezTo>
                  <a:lnTo>
                    <a:pt x="222797" y="323613"/>
                  </a:lnTo>
                  <a:cubicBezTo>
                    <a:pt x="217724" y="323613"/>
                    <a:pt x="213719" y="320591"/>
                    <a:pt x="212651" y="315525"/>
                  </a:cubicBezTo>
                  <a:lnTo>
                    <a:pt x="202593" y="264952"/>
                  </a:lnTo>
                  <a:cubicBezTo>
                    <a:pt x="202593" y="261930"/>
                    <a:pt x="203572" y="257841"/>
                    <a:pt x="205619" y="255886"/>
                  </a:cubicBezTo>
                  <a:lnTo>
                    <a:pt x="356484" y="108167"/>
                  </a:lnTo>
                  <a:cubicBezTo>
                    <a:pt x="355505" y="103190"/>
                    <a:pt x="354437" y="97057"/>
                    <a:pt x="354437" y="91013"/>
                  </a:cubicBezTo>
                  <a:cubicBezTo>
                    <a:pt x="354437" y="40440"/>
                    <a:pt x="394934" y="0"/>
                    <a:pt x="445578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478356" y="4479849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349874" y="4977273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pSp>
        <p:nvGrpSpPr>
          <p:cNvPr id="33" name="Group 53"/>
          <p:cNvGrpSpPr/>
          <p:nvPr/>
        </p:nvGrpSpPr>
        <p:grpSpPr>
          <a:xfrm>
            <a:off x="9464042" y="3178024"/>
            <a:ext cx="953392" cy="908352"/>
            <a:chOff x="1774568" y="3178024"/>
            <a:chExt cx="953392" cy="908352"/>
          </a:xfrm>
        </p:grpSpPr>
        <p:sp>
          <p:nvSpPr>
            <p:cNvPr id="34" name="矩形: 圆角 33"/>
            <p:cNvSpPr/>
            <p:nvPr/>
          </p:nvSpPr>
          <p:spPr>
            <a:xfrm>
              <a:off x="1774568" y="3178024"/>
              <a:ext cx="953392" cy="908352"/>
            </a:xfrm>
            <a:prstGeom prst="roundRect">
              <a:avLst>
                <a:gd name="adj" fmla="val 1482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5" name="矩形: 圆角 34"/>
            <p:cNvSpPr/>
            <p:nvPr/>
          </p:nvSpPr>
          <p:spPr>
            <a:xfrm>
              <a:off x="1805048" y="3207064"/>
              <a:ext cx="892432" cy="850272"/>
            </a:xfrm>
            <a:prstGeom prst="roundRect">
              <a:avLst>
                <a:gd name="adj" fmla="val 1482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2050094" y="3427678"/>
              <a:ext cx="402338" cy="409044"/>
            </a:xfrm>
            <a:custGeom>
              <a:avLst/>
              <a:gdLst>
                <a:gd name="connsiteX0" fmla="*/ 385027 w 596852"/>
                <a:gd name="connsiteY0" fmla="*/ 252940 h 606800"/>
                <a:gd name="connsiteX1" fmla="*/ 365547 w 596852"/>
                <a:gd name="connsiteY1" fmla="*/ 272390 h 606800"/>
                <a:gd name="connsiteX2" fmla="*/ 365547 w 596852"/>
                <a:gd name="connsiteY2" fmla="*/ 285947 h 606800"/>
                <a:gd name="connsiteX3" fmla="*/ 372312 w 596852"/>
                <a:gd name="connsiteY3" fmla="*/ 288725 h 606800"/>
                <a:gd name="connsiteX4" fmla="*/ 379125 w 596852"/>
                <a:gd name="connsiteY4" fmla="*/ 285947 h 606800"/>
                <a:gd name="connsiteX5" fmla="*/ 398606 w 596852"/>
                <a:gd name="connsiteY5" fmla="*/ 266497 h 606800"/>
                <a:gd name="connsiteX6" fmla="*/ 398606 w 596852"/>
                <a:gd name="connsiteY6" fmla="*/ 252940 h 606800"/>
                <a:gd name="connsiteX7" fmla="*/ 385027 w 596852"/>
                <a:gd name="connsiteY7" fmla="*/ 252940 h 606800"/>
                <a:gd name="connsiteX8" fmla="*/ 256602 w 596852"/>
                <a:gd name="connsiteY8" fmla="*/ 251001 h 606800"/>
                <a:gd name="connsiteX9" fmla="*/ 295311 w 596852"/>
                <a:gd name="connsiteY9" fmla="*/ 307103 h 606800"/>
                <a:gd name="connsiteX10" fmla="*/ 358005 w 596852"/>
                <a:gd name="connsiteY10" fmla="*/ 348640 h 606800"/>
                <a:gd name="connsiteX11" fmla="*/ 358053 w 596852"/>
                <a:gd name="connsiteY11" fmla="*/ 348688 h 606800"/>
                <a:gd name="connsiteX12" fmla="*/ 106176 w 596852"/>
                <a:gd name="connsiteY12" fmla="*/ 600261 h 606800"/>
                <a:gd name="connsiteX13" fmla="*/ 74613 w 596852"/>
                <a:gd name="connsiteY13" fmla="*/ 600261 h 606800"/>
                <a:gd name="connsiteX14" fmla="*/ 6547 w 596852"/>
                <a:gd name="connsiteY14" fmla="*/ 532277 h 606800"/>
                <a:gd name="connsiteX15" fmla="*/ 6547 w 596852"/>
                <a:gd name="connsiteY15" fmla="*/ 500753 h 606800"/>
                <a:gd name="connsiteX16" fmla="*/ 358733 w 596852"/>
                <a:gd name="connsiteY16" fmla="*/ 226688 h 606800"/>
                <a:gd name="connsiteX17" fmla="*/ 339253 w 596852"/>
                <a:gd name="connsiteY17" fmla="*/ 246137 h 606800"/>
                <a:gd name="connsiteX18" fmla="*/ 339253 w 596852"/>
                <a:gd name="connsiteY18" fmla="*/ 259695 h 606800"/>
                <a:gd name="connsiteX19" fmla="*/ 346018 w 596852"/>
                <a:gd name="connsiteY19" fmla="*/ 262473 h 606800"/>
                <a:gd name="connsiteX20" fmla="*/ 352832 w 596852"/>
                <a:gd name="connsiteY20" fmla="*/ 259695 h 606800"/>
                <a:gd name="connsiteX21" fmla="*/ 372312 w 596852"/>
                <a:gd name="connsiteY21" fmla="*/ 240245 h 606800"/>
                <a:gd name="connsiteX22" fmla="*/ 372312 w 596852"/>
                <a:gd name="connsiteY22" fmla="*/ 226688 h 606800"/>
                <a:gd name="connsiteX23" fmla="*/ 358733 w 596852"/>
                <a:gd name="connsiteY23" fmla="*/ 226688 h 606800"/>
                <a:gd name="connsiteX24" fmla="*/ 332440 w 596852"/>
                <a:gd name="connsiteY24" fmla="*/ 200436 h 606800"/>
                <a:gd name="connsiteX25" fmla="*/ 312959 w 596852"/>
                <a:gd name="connsiteY25" fmla="*/ 219885 h 606800"/>
                <a:gd name="connsiteX26" fmla="*/ 312959 w 596852"/>
                <a:gd name="connsiteY26" fmla="*/ 233443 h 606800"/>
                <a:gd name="connsiteX27" fmla="*/ 319773 w 596852"/>
                <a:gd name="connsiteY27" fmla="*/ 236269 h 606800"/>
                <a:gd name="connsiteX28" fmla="*/ 326538 w 596852"/>
                <a:gd name="connsiteY28" fmla="*/ 233443 h 606800"/>
                <a:gd name="connsiteX29" fmla="*/ 346018 w 596852"/>
                <a:gd name="connsiteY29" fmla="*/ 213993 h 606800"/>
                <a:gd name="connsiteX30" fmla="*/ 346018 w 596852"/>
                <a:gd name="connsiteY30" fmla="*/ 200436 h 606800"/>
                <a:gd name="connsiteX31" fmla="*/ 332440 w 596852"/>
                <a:gd name="connsiteY31" fmla="*/ 200436 h 606800"/>
                <a:gd name="connsiteX32" fmla="*/ 569108 w 596852"/>
                <a:gd name="connsiteY32" fmla="*/ 93394 h 606800"/>
                <a:gd name="connsiteX33" fmla="*/ 582458 w 596852"/>
                <a:gd name="connsiteY33" fmla="*/ 103921 h 606800"/>
                <a:gd name="connsiteX34" fmla="*/ 559525 w 596852"/>
                <a:gd name="connsiteY34" fmla="*/ 280639 h 606800"/>
                <a:gd name="connsiteX35" fmla="*/ 532369 w 596852"/>
                <a:gd name="connsiteY35" fmla="*/ 282076 h 606800"/>
                <a:gd name="connsiteX36" fmla="*/ 463570 w 596852"/>
                <a:gd name="connsiteY36" fmla="*/ 213382 h 606800"/>
                <a:gd name="connsiteX37" fmla="*/ 463570 w 596852"/>
                <a:gd name="connsiteY37" fmla="*/ 187609 h 606800"/>
                <a:gd name="connsiteX38" fmla="*/ 552808 w 596852"/>
                <a:gd name="connsiteY38" fmla="*/ 98460 h 606800"/>
                <a:gd name="connsiteX39" fmla="*/ 569108 w 596852"/>
                <a:gd name="connsiteY39" fmla="*/ 93394 h 606800"/>
                <a:gd name="connsiteX40" fmla="*/ 429313 w 596852"/>
                <a:gd name="connsiteY40" fmla="*/ 0 h 606800"/>
                <a:gd name="connsiteX41" fmla="*/ 500949 w 596852"/>
                <a:gd name="connsiteY41" fmla="*/ 15378 h 606800"/>
                <a:gd name="connsiteX42" fmla="*/ 505843 w 596852"/>
                <a:gd name="connsiteY42" fmla="*/ 42348 h 606800"/>
                <a:gd name="connsiteX43" fmla="*/ 398366 w 596852"/>
                <a:gd name="connsiteY43" fmla="*/ 149656 h 606800"/>
                <a:gd name="connsiteX44" fmla="*/ 398366 w 596852"/>
                <a:gd name="connsiteY44" fmla="*/ 196891 h 606800"/>
                <a:gd name="connsiteX45" fmla="*/ 505939 w 596852"/>
                <a:gd name="connsiteY45" fmla="*/ 304342 h 606800"/>
                <a:gd name="connsiteX46" fmla="*/ 501093 w 596852"/>
                <a:gd name="connsiteY46" fmla="*/ 331122 h 606800"/>
                <a:gd name="connsiteX47" fmla="*/ 429313 w 596852"/>
                <a:gd name="connsiteY47" fmla="*/ 346547 h 606800"/>
                <a:gd name="connsiteX48" fmla="*/ 370489 w 596852"/>
                <a:gd name="connsiteY48" fmla="*/ 336343 h 606800"/>
                <a:gd name="connsiteX49" fmla="*/ 306626 w 596852"/>
                <a:gd name="connsiteY49" fmla="*/ 295815 h 606800"/>
                <a:gd name="connsiteX50" fmla="*/ 268769 w 596852"/>
                <a:gd name="connsiteY50" fmla="*/ 238856 h 606800"/>
                <a:gd name="connsiteX51" fmla="*/ 306626 w 596852"/>
                <a:gd name="connsiteY51" fmla="*/ 50732 h 606800"/>
                <a:gd name="connsiteX52" fmla="*/ 429313 w 596852"/>
                <a:gd name="connsiteY52" fmla="*/ 0 h 60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6852" h="606800">
                  <a:moveTo>
                    <a:pt x="385027" y="252940"/>
                  </a:moveTo>
                  <a:lnTo>
                    <a:pt x="365547" y="272390"/>
                  </a:lnTo>
                  <a:cubicBezTo>
                    <a:pt x="361804" y="276126"/>
                    <a:pt x="361804" y="282210"/>
                    <a:pt x="365547" y="285947"/>
                  </a:cubicBezTo>
                  <a:cubicBezTo>
                    <a:pt x="367418" y="287815"/>
                    <a:pt x="369865" y="288725"/>
                    <a:pt x="372312" y="288725"/>
                  </a:cubicBezTo>
                  <a:cubicBezTo>
                    <a:pt x="374759" y="288725"/>
                    <a:pt x="377254" y="287815"/>
                    <a:pt x="379125" y="285947"/>
                  </a:cubicBezTo>
                  <a:lnTo>
                    <a:pt x="398606" y="266497"/>
                  </a:lnTo>
                  <a:cubicBezTo>
                    <a:pt x="402348" y="262761"/>
                    <a:pt x="402348" y="256677"/>
                    <a:pt x="398606" y="252940"/>
                  </a:cubicBezTo>
                  <a:cubicBezTo>
                    <a:pt x="394863" y="249203"/>
                    <a:pt x="388770" y="249203"/>
                    <a:pt x="385027" y="252940"/>
                  </a:cubicBezTo>
                  <a:close/>
                  <a:moveTo>
                    <a:pt x="256602" y="251001"/>
                  </a:moveTo>
                  <a:cubicBezTo>
                    <a:pt x="265955" y="271937"/>
                    <a:pt x="278955" y="290766"/>
                    <a:pt x="295311" y="307103"/>
                  </a:cubicBezTo>
                  <a:cubicBezTo>
                    <a:pt x="313395" y="325165"/>
                    <a:pt x="334501" y="339154"/>
                    <a:pt x="358005" y="348640"/>
                  </a:cubicBezTo>
                  <a:cubicBezTo>
                    <a:pt x="358005" y="348688"/>
                    <a:pt x="358053" y="348688"/>
                    <a:pt x="358053" y="348688"/>
                  </a:cubicBezTo>
                  <a:lnTo>
                    <a:pt x="106176" y="600261"/>
                  </a:lnTo>
                  <a:cubicBezTo>
                    <a:pt x="97446" y="608980"/>
                    <a:pt x="83295" y="608980"/>
                    <a:pt x="74613" y="600261"/>
                  </a:cubicBezTo>
                  <a:lnTo>
                    <a:pt x="6547" y="532277"/>
                  </a:lnTo>
                  <a:cubicBezTo>
                    <a:pt x="-2183" y="523605"/>
                    <a:pt x="-2183" y="509472"/>
                    <a:pt x="6547" y="500753"/>
                  </a:cubicBezTo>
                  <a:close/>
                  <a:moveTo>
                    <a:pt x="358733" y="226688"/>
                  </a:moveTo>
                  <a:lnTo>
                    <a:pt x="339253" y="246137"/>
                  </a:lnTo>
                  <a:cubicBezTo>
                    <a:pt x="335511" y="249874"/>
                    <a:pt x="335511" y="255958"/>
                    <a:pt x="339253" y="259695"/>
                  </a:cubicBezTo>
                  <a:cubicBezTo>
                    <a:pt x="341124" y="261563"/>
                    <a:pt x="343571" y="262473"/>
                    <a:pt x="346018" y="262473"/>
                  </a:cubicBezTo>
                  <a:cubicBezTo>
                    <a:pt x="348513" y="262473"/>
                    <a:pt x="350960" y="261563"/>
                    <a:pt x="352832" y="259695"/>
                  </a:cubicBezTo>
                  <a:lnTo>
                    <a:pt x="372312" y="240245"/>
                  </a:lnTo>
                  <a:cubicBezTo>
                    <a:pt x="376055" y="236509"/>
                    <a:pt x="376055" y="230425"/>
                    <a:pt x="372312" y="226688"/>
                  </a:cubicBezTo>
                  <a:cubicBezTo>
                    <a:pt x="368569" y="222951"/>
                    <a:pt x="362476" y="222951"/>
                    <a:pt x="358733" y="226688"/>
                  </a:cubicBezTo>
                  <a:close/>
                  <a:moveTo>
                    <a:pt x="332440" y="200436"/>
                  </a:moveTo>
                  <a:lnTo>
                    <a:pt x="312959" y="219885"/>
                  </a:lnTo>
                  <a:cubicBezTo>
                    <a:pt x="309217" y="223622"/>
                    <a:pt x="309217" y="229706"/>
                    <a:pt x="312959" y="233443"/>
                  </a:cubicBezTo>
                  <a:cubicBezTo>
                    <a:pt x="314831" y="235311"/>
                    <a:pt x="317278" y="236269"/>
                    <a:pt x="319773" y="236269"/>
                  </a:cubicBezTo>
                  <a:cubicBezTo>
                    <a:pt x="322220" y="236269"/>
                    <a:pt x="324667" y="235311"/>
                    <a:pt x="326538" y="233443"/>
                  </a:cubicBezTo>
                  <a:lnTo>
                    <a:pt x="346018" y="213993"/>
                  </a:lnTo>
                  <a:cubicBezTo>
                    <a:pt x="349761" y="210256"/>
                    <a:pt x="349761" y="204172"/>
                    <a:pt x="346018" y="200436"/>
                  </a:cubicBezTo>
                  <a:cubicBezTo>
                    <a:pt x="342276" y="196699"/>
                    <a:pt x="336182" y="196699"/>
                    <a:pt x="332440" y="200436"/>
                  </a:cubicBezTo>
                  <a:close/>
                  <a:moveTo>
                    <a:pt x="569108" y="93394"/>
                  </a:moveTo>
                  <a:cubicBezTo>
                    <a:pt x="574745" y="94424"/>
                    <a:pt x="579891" y="98053"/>
                    <a:pt x="582458" y="103921"/>
                  </a:cubicBezTo>
                  <a:cubicBezTo>
                    <a:pt x="607502" y="161406"/>
                    <a:pt x="599874" y="229717"/>
                    <a:pt x="559525" y="280639"/>
                  </a:cubicBezTo>
                  <a:cubicBezTo>
                    <a:pt x="552760" y="289118"/>
                    <a:pt x="540046" y="289741"/>
                    <a:pt x="532369" y="282076"/>
                  </a:cubicBezTo>
                  <a:lnTo>
                    <a:pt x="463570" y="213382"/>
                  </a:lnTo>
                  <a:cubicBezTo>
                    <a:pt x="456421" y="206244"/>
                    <a:pt x="456421" y="194699"/>
                    <a:pt x="463570" y="187609"/>
                  </a:cubicBezTo>
                  <a:lnTo>
                    <a:pt x="552808" y="98460"/>
                  </a:lnTo>
                  <a:cubicBezTo>
                    <a:pt x="557341" y="93933"/>
                    <a:pt x="563470" y="92364"/>
                    <a:pt x="569108" y="93394"/>
                  </a:cubicBezTo>
                  <a:close/>
                  <a:moveTo>
                    <a:pt x="429313" y="0"/>
                  </a:moveTo>
                  <a:cubicBezTo>
                    <a:pt x="453784" y="0"/>
                    <a:pt x="478254" y="5126"/>
                    <a:pt x="500949" y="15378"/>
                  </a:cubicBezTo>
                  <a:cubicBezTo>
                    <a:pt x="511553" y="20168"/>
                    <a:pt x="514096" y="34109"/>
                    <a:pt x="505843" y="42348"/>
                  </a:cubicBezTo>
                  <a:lnTo>
                    <a:pt x="398366" y="149656"/>
                  </a:lnTo>
                  <a:cubicBezTo>
                    <a:pt x="385267" y="162686"/>
                    <a:pt x="385267" y="183861"/>
                    <a:pt x="398366" y="196891"/>
                  </a:cubicBezTo>
                  <a:lnTo>
                    <a:pt x="505939" y="304342"/>
                  </a:lnTo>
                  <a:cubicBezTo>
                    <a:pt x="514144" y="312534"/>
                    <a:pt x="511601" y="326331"/>
                    <a:pt x="501093" y="331122"/>
                  </a:cubicBezTo>
                  <a:cubicBezTo>
                    <a:pt x="478350" y="341421"/>
                    <a:pt x="453832" y="346547"/>
                    <a:pt x="429313" y="346547"/>
                  </a:cubicBezTo>
                  <a:cubicBezTo>
                    <a:pt x="409401" y="346547"/>
                    <a:pt x="389441" y="343146"/>
                    <a:pt x="370489" y="336343"/>
                  </a:cubicBezTo>
                  <a:cubicBezTo>
                    <a:pt x="347170" y="327960"/>
                    <a:pt x="325291" y="314450"/>
                    <a:pt x="306626" y="295815"/>
                  </a:cubicBezTo>
                  <a:cubicBezTo>
                    <a:pt x="289833" y="279048"/>
                    <a:pt x="277214" y="259599"/>
                    <a:pt x="268769" y="238856"/>
                  </a:cubicBezTo>
                  <a:cubicBezTo>
                    <a:pt x="243243" y="176196"/>
                    <a:pt x="255862" y="101416"/>
                    <a:pt x="306626" y="50732"/>
                  </a:cubicBezTo>
                  <a:cubicBezTo>
                    <a:pt x="340501" y="16911"/>
                    <a:pt x="384931" y="0"/>
                    <a:pt x="429313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16</a:t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07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04690" y="476092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04690" y="521625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932370" y="476092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32370" y="521625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60051" y="476092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960051" y="521625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64280" y="3127472"/>
            <a:ext cx="10858500" cy="1318308"/>
            <a:chOff x="664280" y="3127472"/>
            <a:chExt cx="10858500" cy="1318308"/>
          </a:xfrm>
        </p:grpSpPr>
        <p:sp>
          <p:nvSpPr>
            <p:cNvPr id="17" name="left-arrowhead_45248"/>
            <p:cNvSpPr>
              <a:spLocks noChangeAspect="1"/>
            </p:cNvSpPr>
            <p:nvPr/>
          </p:nvSpPr>
          <p:spPr bwMode="auto">
            <a:xfrm flipH="1">
              <a:off x="257490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" name="left-arrowhead_45248"/>
            <p:cNvSpPr>
              <a:spLocks noChangeAspect="1"/>
            </p:cNvSpPr>
            <p:nvPr/>
          </p:nvSpPr>
          <p:spPr bwMode="auto">
            <a:xfrm flipH="1">
              <a:off x="408874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9" name="left-arrowhead_45248"/>
            <p:cNvSpPr>
              <a:spLocks noChangeAspect="1"/>
            </p:cNvSpPr>
            <p:nvPr/>
          </p:nvSpPr>
          <p:spPr bwMode="auto">
            <a:xfrm flipH="1">
              <a:off x="560258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left-arrowhead_45248"/>
            <p:cNvSpPr>
              <a:spLocks noChangeAspect="1"/>
            </p:cNvSpPr>
            <p:nvPr/>
          </p:nvSpPr>
          <p:spPr bwMode="auto">
            <a:xfrm flipH="1">
              <a:off x="711642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left-arrowhead_45248"/>
            <p:cNvSpPr>
              <a:spLocks noChangeAspect="1"/>
            </p:cNvSpPr>
            <p:nvPr/>
          </p:nvSpPr>
          <p:spPr bwMode="auto">
            <a:xfrm flipH="1">
              <a:off x="8630267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64280" y="4116596"/>
              <a:ext cx="10858500" cy="310896"/>
              <a:chOff x="664280" y="4116596"/>
              <a:chExt cx="10858500" cy="310896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664280" y="4427492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664280" y="4323860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664280" y="4220228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664280" y="4116596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08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987660" y="2655705"/>
            <a:ext cx="820800" cy="820800"/>
            <a:chOff x="10010259" y="3170881"/>
            <a:chExt cx="820800" cy="820800"/>
          </a:xfrm>
        </p:grpSpPr>
        <p:sp>
          <p:nvSpPr>
            <p:cNvPr id="11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2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3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60400" y="2426665"/>
            <a:ext cx="2327260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60400" y="2881995"/>
            <a:ext cx="2327260" cy="77745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987660" y="4365820"/>
            <a:ext cx="820800" cy="820800"/>
            <a:chOff x="10010259" y="3170881"/>
            <a:chExt cx="820800" cy="820800"/>
          </a:xfrm>
        </p:grpSpPr>
        <p:sp>
          <p:nvSpPr>
            <p:cNvPr id="17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9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60400" y="4206056"/>
            <a:ext cx="2327260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0400" y="4661386"/>
            <a:ext cx="2327260" cy="77745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5685600" y="4365820"/>
            <a:ext cx="820800" cy="820800"/>
            <a:chOff x="10010259" y="3170881"/>
            <a:chExt cx="820800" cy="820800"/>
          </a:xfrm>
        </p:grpSpPr>
        <p:sp>
          <p:nvSpPr>
            <p:cNvPr id="23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4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5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932370" y="5317152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252533" y="5717262"/>
            <a:ext cx="3686934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8383540" y="4365820"/>
            <a:ext cx="820800" cy="820800"/>
            <a:chOff x="10010259" y="3170881"/>
            <a:chExt cx="820800" cy="820800"/>
          </a:xfrm>
        </p:grpSpPr>
        <p:sp>
          <p:nvSpPr>
            <p:cNvPr id="29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191640" y="4206056"/>
            <a:ext cx="2327260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191640" y="4661386"/>
            <a:ext cx="2327260" cy="77745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defPPr>
              <a:defRPr lang="zh-CN"/>
            </a:defPPr>
            <a:lvl1pPr marR="0" lvl="0" indent="0" algn="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8383540" y="2693123"/>
            <a:ext cx="820800" cy="820800"/>
            <a:chOff x="10010259" y="3170881"/>
            <a:chExt cx="820800" cy="820800"/>
          </a:xfrm>
        </p:grpSpPr>
        <p:sp>
          <p:nvSpPr>
            <p:cNvPr id="35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6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7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9191640" y="2426665"/>
            <a:ext cx="2327260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191640" y="2881995"/>
            <a:ext cx="2327260" cy="77745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主题和样式也有助于文档保持协调</a:t>
            </a:r>
          </a:p>
        </p:txBody>
      </p:sp>
      <p:cxnSp>
        <p:nvCxnSpPr>
          <p:cNvPr id="40" name="直接连接符 39"/>
          <p:cNvCxnSpPr/>
          <p:nvPr/>
        </p:nvCxnSpPr>
        <p:spPr>
          <a:xfrm>
            <a:off x="4043414" y="4776220"/>
            <a:ext cx="1407231" cy="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6741354" y="4776220"/>
            <a:ext cx="1407231" cy="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8793940" y="3657517"/>
            <a:ext cx="0" cy="564708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398060" y="3638808"/>
            <a:ext cx="0" cy="564708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09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请输入你的副标题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987660" y="3489368"/>
            <a:ext cx="820800" cy="820800"/>
            <a:chOff x="10010259" y="3170881"/>
            <a:chExt cx="820800" cy="820800"/>
          </a:xfrm>
        </p:grpSpPr>
        <p:sp>
          <p:nvSpPr>
            <p:cNvPr id="11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2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3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60400" y="3329604"/>
            <a:ext cx="2327260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60400" y="3784934"/>
            <a:ext cx="2327260" cy="77745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685600" y="3489368"/>
            <a:ext cx="820800" cy="820800"/>
            <a:chOff x="10010259" y="3170881"/>
            <a:chExt cx="820800" cy="820800"/>
          </a:xfrm>
        </p:grpSpPr>
        <p:sp>
          <p:nvSpPr>
            <p:cNvPr id="17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9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926657" y="4460294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926657" y="4915624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8383540" y="3489368"/>
            <a:ext cx="820800" cy="820800"/>
            <a:chOff x="10010259" y="3170881"/>
            <a:chExt cx="820800" cy="820800"/>
          </a:xfrm>
        </p:grpSpPr>
        <p:sp>
          <p:nvSpPr>
            <p:cNvPr id="23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4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5" name="ïśļiḑé"/>
            <p:cNvSpPr/>
            <p:nvPr/>
          </p:nvSpPr>
          <p:spPr>
            <a:xfrm>
              <a:off x="10240310" y="3359753"/>
              <a:ext cx="360698" cy="443294"/>
            </a:xfrm>
            <a:custGeom>
              <a:avLst/>
              <a:gdLst>
                <a:gd name="connsiteX0" fmla="*/ 337979 w 494593"/>
                <a:gd name="connsiteY0" fmla="*/ 279269 h 607851"/>
                <a:gd name="connsiteX1" fmla="*/ 221300 w 494593"/>
                <a:gd name="connsiteY1" fmla="*/ 336550 h 607851"/>
                <a:gd name="connsiteX2" fmla="*/ 229058 w 494593"/>
                <a:gd name="connsiteY2" fmla="*/ 378487 h 607851"/>
                <a:gd name="connsiteX3" fmla="*/ 270165 w 494593"/>
                <a:gd name="connsiteY3" fmla="*/ 390032 h 607851"/>
                <a:gd name="connsiteX4" fmla="*/ 337979 w 494593"/>
                <a:gd name="connsiteY4" fmla="*/ 279269 h 607851"/>
                <a:gd name="connsiteX5" fmla="*/ 247261 w 494593"/>
                <a:gd name="connsiteY5" fmla="*/ 202100 h 607851"/>
                <a:gd name="connsiteX6" fmla="*/ 406316 w 494593"/>
                <a:gd name="connsiteY6" fmla="*/ 360908 h 607851"/>
                <a:gd name="connsiteX7" fmla="*/ 247261 w 494593"/>
                <a:gd name="connsiteY7" fmla="*/ 519715 h 607851"/>
                <a:gd name="connsiteX8" fmla="*/ 88207 w 494593"/>
                <a:gd name="connsiteY8" fmla="*/ 360908 h 607851"/>
                <a:gd name="connsiteX9" fmla="*/ 247261 w 494593"/>
                <a:gd name="connsiteY9" fmla="*/ 202100 h 607851"/>
                <a:gd name="connsiteX10" fmla="*/ 247297 w 494593"/>
                <a:gd name="connsiteY10" fmla="*/ 160521 h 607851"/>
                <a:gd name="connsiteX11" fmla="*/ 46625 w 494593"/>
                <a:gd name="connsiteY11" fmla="*/ 360907 h 607851"/>
                <a:gd name="connsiteX12" fmla="*/ 247297 w 494593"/>
                <a:gd name="connsiteY12" fmla="*/ 561293 h 607851"/>
                <a:gd name="connsiteX13" fmla="*/ 447968 w 494593"/>
                <a:gd name="connsiteY13" fmla="*/ 360907 h 607851"/>
                <a:gd name="connsiteX14" fmla="*/ 247297 w 494593"/>
                <a:gd name="connsiteY14" fmla="*/ 160521 h 607851"/>
                <a:gd name="connsiteX15" fmla="*/ 247297 w 494593"/>
                <a:gd name="connsiteY15" fmla="*/ 113963 h 607851"/>
                <a:gd name="connsiteX16" fmla="*/ 494593 w 494593"/>
                <a:gd name="connsiteY16" fmla="*/ 360907 h 607851"/>
                <a:gd name="connsiteX17" fmla="*/ 247297 w 494593"/>
                <a:gd name="connsiteY17" fmla="*/ 607851 h 607851"/>
                <a:gd name="connsiteX18" fmla="*/ 0 w 494593"/>
                <a:gd name="connsiteY18" fmla="*/ 360907 h 607851"/>
                <a:gd name="connsiteX19" fmla="*/ 247297 w 494593"/>
                <a:gd name="connsiteY19" fmla="*/ 113963 h 607851"/>
                <a:gd name="connsiteX20" fmla="*/ 106836 w 494593"/>
                <a:gd name="connsiteY20" fmla="*/ 58655 h 607851"/>
                <a:gd name="connsiteX21" fmla="*/ 119283 w 494593"/>
                <a:gd name="connsiteY21" fmla="*/ 68229 h 607851"/>
                <a:gd name="connsiteX22" fmla="*/ 139719 w 494593"/>
                <a:gd name="connsiteY22" fmla="*/ 103546 h 607851"/>
                <a:gd name="connsiteX23" fmla="*/ 68863 w 494593"/>
                <a:gd name="connsiteY23" fmla="*/ 144377 h 607851"/>
                <a:gd name="connsiteX24" fmla="*/ 48427 w 494593"/>
                <a:gd name="connsiteY24" fmla="*/ 109060 h 607851"/>
                <a:gd name="connsiteX25" fmla="*/ 55960 w 494593"/>
                <a:gd name="connsiteY25" fmla="*/ 81119 h 607851"/>
                <a:gd name="connsiteX26" fmla="*/ 91313 w 494593"/>
                <a:gd name="connsiteY26" fmla="*/ 60704 h 607851"/>
                <a:gd name="connsiteX27" fmla="*/ 106836 w 494593"/>
                <a:gd name="connsiteY27" fmla="*/ 58655 h 607851"/>
                <a:gd name="connsiteX28" fmla="*/ 385319 w 494593"/>
                <a:gd name="connsiteY28" fmla="*/ 58655 h 607851"/>
                <a:gd name="connsiteX29" fmla="*/ 400805 w 494593"/>
                <a:gd name="connsiteY29" fmla="*/ 60704 h 607851"/>
                <a:gd name="connsiteX30" fmla="*/ 436233 w 494593"/>
                <a:gd name="connsiteY30" fmla="*/ 81119 h 607851"/>
                <a:gd name="connsiteX31" fmla="*/ 443692 w 494593"/>
                <a:gd name="connsiteY31" fmla="*/ 109060 h 607851"/>
                <a:gd name="connsiteX32" fmla="*/ 423255 w 494593"/>
                <a:gd name="connsiteY32" fmla="*/ 144377 h 607851"/>
                <a:gd name="connsiteX33" fmla="*/ 352474 w 494593"/>
                <a:gd name="connsiteY33" fmla="*/ 103546 h 607851"/>
                <a:gd name="connsiteX34" fmla="*/ 372910 w 494593"/>
                <a:gd name="connsiteY34" fmla="*/ 68229 h 607851"/>
                <a:gd name="connsiteX35" fmla="*/ 385319 w 494593"/>
                <a:gd name="connsiteY35" fmla="*/ 58655 h 607851"/>
                <a:gd name="connsiteX36" fmla="*/ 202278 w 494593"/>
                <a:gd name="connsiteY36" fmla="*/ 0 h 607851"/>
                <a:gd name="connsiteX37" fmla="*/ 292455 w 494593"/>
                <a:gd name="connsiteY37" fmla="*/ 0 h 607851"/>
                <a:gd name="connsiteX38" fmla="*/ 311475 w 494593"/>
                <a:gd name="connsiteY38" fmla="*/ 18996 h 607851"/>
                <a:gd name="connsiteX39" fmla="*/ 311475 w 494593"/>
                <a:gd name="connsiteY39" fmla="*/ 61756 h 607851"/>
                <a:gd name="connsiteX40" fmla="*/ 285295 w 494593"/>
                <a:gd name="connsiteY40" fmla="*/ 61905 h 607851"/>
                <a:gd name="connsiteX41" fmla="*/ 285295 w 494593"/>
                <a:gd name="connsiteY41" fmla="*/ 94981 h 607851"/>
                <a:gd name="connsiteX42" fmla="*/ 247255 w 494593"/>
                <a:gd name="connsiteY42" fmla="*/ 91927 h 607851"/>
                <a:gd name="connsiteX43" fmla="*/ 209215 w 494593"/>
                <a:gd name="connsiteY43" fmla="*/ 94981 h 607851"/>
                <a:gd name="connsiteX44" fmla="*/ 209215 w 494593"/>
                <a:gd name="connsiteY44" fmla="*/ 61905 h 607851"/>
                <a:gd name="connsiteX45" fmla="*/ 183258 w 494593"/>
                <a:gd name="connsiteY45" fmla="*/ 61756 h 607851"/>
                <a:gd name="connsiteX46" fmla="*/ 183258 w 494593"/>
                <a:gd name="connsiteY46" fmla="*/ 18996 h 607851"/>
                <a:gd name="connsiteX47" fmla="*/ 202278 w 494593"/>
                <a:gd name="connsiteY47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94593" h="607851">
                  <a:moveTo>
                    <a:pt x="337979" y="279269"/>
                  </a:moveTo>
                  <a:cubicBezTo>
                    <a:pt x="312838" y="282845"/>
                    <a:pt x="230550" y="328207"/>
                    <a:pt x="221300" y="336550"/>
                  </a:cubicBezTo>
                  <a:cubicBezTo>
                    <a:pt x="212123" y="344967"/>
                    <a:pt x="215555" y="363664"/>
                    <a:pt x="229058" y="378487"/>
                  </a:cubicBezTo>
                  <a:cubicBezTo>
                    <a:pt x="242561" y="393235"/>
                    <a:pt x="260914" y="398375"/>
                    <a:pt x="270165" y="390032"/>
                  </a:cubicBezTo>
                  <a:cubicBezTo>
                    <a:pt x="279341" y="381615"/>
                    <a:pt x="332086" y="303925"/>
                    <a:pt x="337979" y="279269"/>
                  </a:cubicBezTo>
                  <a:close/>
                  <a:moveTo>
                    <a:pt x="247261" y="202100"/>
                  </a:moveTo>
                  <a:cubicBezTo>
                    <a:pt x="335070" y="202100"/>
                    <a:pt x="406316" y="273236"/>
                    <a:pt x="406316" y="360908"/>
                  </a:cubicBezTo>
                  <a:cubicBezTo>
                    <a:pt x="406316" y="448579"/>
                    <a:pt x="335070" y="519715"/>
                    <a:pt x="247261" y="519715"/>
                  </a:cubicBezTo>
                  <a:cubicBezTo>
                    <a:pt x="159453" y="519715"/>
                    <a:pt x="88207" y="448579"/>
                    <a:pt x="88207" y="360908"/>
                  </a:cubicBezTo>
                  <a:cubicBezTo>
                    <a:pt x="88207" y="273236"/>
                    <a:pt x="159453" y="202100"/>
                    <a:pt x="247261" y="202100"/>
                  </a:cubicBezTo>
                  <a:close/>
                  <a:moveTo>
                    <a:pt x="247297" y="160521"/>
                  </a:moveTo>
                  <a:cubicBezTo>
                    <a:pt x="136517" y="160521"/>
                    <a:pt x="46625" y="250211"/>
                    <a:pt x="46625" y="360907"/>
                  </a:cubicBezTo>
                  <a:cubicBezTo>
                    <a:pt x="46625" y="471603"/>
                    <a:pt x="136442" y="561293"/>
                    <a:pt x="247297" y="561293"/>
                  </a:cubicBezTo>
                  <a:cubicBezTo>
                    <a:pt x="358151" y="561293"/>
                    <a:pt x="447968" y="471603"/>
                    <a:pt x="447968" y="360907"/>
                  </a:cubicBezTo>
                  <a:cubicBezTo>
                    <a:pt x="447968" y="250285"/>
                    <a:pt x="358151" y="160521"/>
                    <a:pt x="247297" y="160521"/>
                  </a:cubicBezTo>
                  <a:close/>
                  <a:moveTo>
                    <a:pt x="247297" y="113963"/>
                  </a:moveTo>
                  <a:cubicBezTo>
                    <a:pt x="383888" y="113963"/>
                    <a:pt x="494593" y="224510"/>
                    <a:pt x="494593" y="360907"/>
                  </a:cubicBezTo>
                  <a:cubicBezTo>
                    <a:pt x="494593" y="497304"/>
                    <a:pt x="383888" y="607851"/>
                    <a:pt x="247297" y="607851"/>
                  </a:cubicBezTo>
                  <a:cubicBezTo>
                    <a:pt x="110705" y="607851"/>
                    <a:pt x="0" y="497304"/>
                    <a:pt x="0" y="360907"/>
                  </a:cubicBezTo>
                  <a:cubicBezTo>
                    <a:pt x="0" y="224510"/>
                    <a:pt x="110705" y="113963"/>
                    <a:pt x="247297" y="113963"/>
                  </a:cubicBezTo>
                  <a:close/>
                  <a:moveTo>
                    <a:pt x="106836" y="58655"/>
                  </a:moveTo>
                  <a:cubicBezTo>
                    <a:pt x="111899" y="60015"/>
                    <a:pt x="116449" y="63312"/>
                    <a:pt x="119283" y="68229"/>
                  </a:cubicBezTo>
                  <a:lnTo>
                    <a:pt x="139719" y="103546"/>
                  </a:lnTo>
                  <a:lnTo>
                    <a:pt x="68863" y="144377"/>
                  </a:lnTo>
                  <a:lnTo>
                    <a:pt x="48427" y="109060"/>
                  </a:lnTo>
                  <a:cubicBezTo>
                    <a:pt x="42833" y="99225"/>
                    <a:pt x="46189" y="86782"/>
                    <a:pt x="55960" y="81119"/>
                  </a:cubicBezTo>
                  <a:lnTo>
                    <a:pt x="91313" y="60704"/>
                  </a:lnTo>
                  <a:cubicBezTo>
                    <a:pt x="96199" y="57873"/>
                    <a:pt x="101774" y="57295"/>
                    <a:pt x="106836" y="58655"/>
                  </a:cubicBezTo>
                  <a:close/>
                  <a:moveTo>
                    <a:pt x="385319" y="58655"/>
                  </a:moveTo>
                  <a:cubicBezTo>
                    <a:pt x="390363" y="57295"/>
                    <a:pt x="395920" y="57873"/>
                    <a:pt x="400805" y="60704"/>
                  </a:cubicBezTo>
                  <a:lnTo>
                    <a:pt x="436233" y="81119"/>
                  </a:lnTo>
                  <a:cubicBezTo>
                    <a:pt x="446004" y="86782"/>
                    <a:pt x="449360" y="99225"/>
                    <a:pt x="443692" y="109060"/>
                  </a:cubicBezTo>
                  <a:lnTo>
                    <a:pt x="423255" y="144377"/>
                  </a:lnTo>
                  <a:lnTo>
                    <a:pt x="352474" y="103546"/>
                  </a:lnTo>
                  <a:lnTo>
                    <a:pt x="372910" y="68229"/>
                  </a:lnTo>
                  <a:cubicBezTo>
                    <a:pt x="375744" y="63312"/>
                    <a:pt x="380276" y="60015"/>
                    <a:pt x="385319" y="58655"/>
                  </a:cubicBezTo>
                  <a:close/>
                  <a:moveTo>
                    <a:pt x="202278" y="0"/>
                  </a:moveTo>
                  <a:lnTo>
                    <a:pt x="292455" y="0"/>
                  </a:lnTo>
                  <a:cubicBezTo>
                    <a:pt x="302972" y="0"/>
                    <a:pt x="311475" y="8492"/>
                    <a:pt x="311475" y="18996"/>
                  </a:cubicBezTo>
                  <a:lnTo>
                    <a:pt x="311475" y="61756"/>
                  </a:lnTo>
                  <a:lnTo>
                    <a:pt x="285295" y="61905"/>
                  </a:lnTo>
                  <a:lnTo>
                    <a:pt x="285295" y="94981"/>
                  </a:lnTo>
                  <a:cubicBezTo>
                    <a:pt x="272838" y="93193"/>
                    <a:pt x="260158" y="91927"/>
                    <a:pt x="247255" y="91927"/>
                  </a:cubicBezTo>
                  <a:cubicBezTo>
                    <a:pt x="234351" y="91927"/>
                    <a:pt x="221671" y="93193"/>
                    <a:pt x="209215" y="94981"/>
                  </a:cubicBezTo>
                  <a:lnTo>
                    <a:pt x="209215" y="61905"/>
                  </a:lnTo>
                  <a:lnTo>
                    <a:pt x="183258" y="61756"/>
                  </a:lnTo>
                  <a:lnTo>
                    <a:pt x="183258" y="18996"/>
                  </a:lnTo>
                  <a:cubicBezTo>
                    <a:pt x="183258" y="8492"/>
                    <a:pt x="191761" y="0"/>
                    <a:pt x="20227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9191640" y="3329604"/>
            <a:ext cx="2327260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191640" y="3784934"/>
            <a:ext cx="2327260" cy="77745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defPPr>
              <a:defRPr lang="zh-CN"/>
            </a:defPPr>
            <a:lvl1pPr marR="0" lvl="0" indent="0" algn="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4043414" y="3899768"/>
            <a:ext cx="1407231" cy="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741354" y="3899768"/>
            <a:ext cx="1407231" cy="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请输入你的章节标题→图示✪</a:t>
            </a:r>
            <a:r>
              <a:rPr lang="en-US" altLang="zh-CN" dirty="0">
                <a:cs typeface="+mn-ea"/>
              </a:rPr>
              <a:t>10</a:t>
            </a:r>
            <a:r>
              <a:rPr lang="zh-CN" altLang="en-US" dirty="0">
                <a:cs typeface="+mn-ea"/>
              </a:rPr>
              <a:t>✪流程</a:t>
            </a:r>
            <a:r>
              <a:rPr lang="en-US" altLang="zh-CN" dirty="0">
                <a:cs typeface="+mn-ea"/>
              </a:rPr>
              <a:t>&amp;</a:t>
            </a:r>
            <a:r>
              <a:rPr lang="zh-CN" altLang="en-US" dirty="0">
                <a:cs typeface="+mn-ea"/>
              </a:rPr>
              <a:t>时间轴</a:t>
            </a:r>
            <a:endParaRPr lang="en-US" altLang="zh-CN" dirty="0">
              <a:cs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7" name="对话气泡: 矩形 6"/>
          <p:cNvSpPr/>
          <p:nvPr/>
        </p:nvSpPr>
        <p:spPr>
          <a:xfrm>
            <a:off x="405186" y="1531147"/>
            <a:ext cx="2522220" cy="1461395"/>
          </a:xfrm>
          <a:prstGeom prst="wedgeRectCallout">
            <a:avLst>
              <a:gd name="adj1" fmla="val -32242"/>
              <a:gd name="adj2" fmla="val 793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734494" y="1332417"/>
            <a:ext cx="385824" cy="38582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5142" y="164545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45142" y="210078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38" name="对话气泡: 矩形 37"/>
          <p:cNvSpPr/>
          <p:nvPr/>
        </p:nvSpPr>
        <p:spPr>
          <a:xfrm flipV="1">
            <a:off x="2143546" y="4267709"/>
            <a:ext cx="2522220" cy="1461395"/>
          </a:xfrm>
          <a:prstGeom prst="wedgeRectCallout">
            <a:avLst>
              <a:gd name="adj1" fmla="val -32242"/>
              <a:gd name="adj2" fmla="val 793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41026" y="4382013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241026" y="4837343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45" name="椭圆 44"/>
          <p:cNvSpPr/>
          <p:nvPr/>
        </p:nvSpPr>
        <p:spPr>
          <a:xfrm>
            <a:off x="4472854" y="4074798"/>
            <a:ext cx="385824" cy="38582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79635" y="3564175"/>
            <a:ext cx="10542483" cy="150277"/>
            <a:chOff x="779635" y="3564175"/>
            <a:chExt cx="10542483" cy="150277"/>
          </a:xfrm>
        </p:grpSpPr>
        <p:cxnSp>
          <p:nvCxnSpPr>
            <p:cNvPr id="13" name="直接连接符 12"/>
            <p:cNvCxnSpPr>
              <a:stCxn id="18" idx="6"/>
              <a:endCxn id="77" idx="2"/>
            </p:cNvCxnSpPr>
            <p:nvPr/>
          </p:nvCxnSpPr>
          <p:spPr>
            <a:xfrm>
              <a:off x="929914" y="3639314"/>
              <a:ext cx="10241925" cy="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779635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2511669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4243703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5975737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7707771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9439805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11171839" y="3564175"/>
              <a:ext cx="150279" cy="15027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4" name="对话气泡: 矩形 83"/>
          <p:cNvSpPr/>
          <p:nvPr/>
        </p:nvSpPr>
        <p:spPr>
          <a:xfrm>
            <a:off x="3875580" y="1531147"/>
            <a:ext cx="2522220" cy="1461395"/>
          </a:xfrm>
          <a:prstGeom prst="wedgeRectCallout">
            <a:avLst>
              <a:gd name="adj1" fmla="val -32242"/>
              <a:gd name="adj2" fmla="val 793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6204888" y="1332417"/>
            <a:ext cx="385824" cy="38582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015536" y="164545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4015536" y="210078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89" name="对话气泡: 矩形 88"/>
          <p:cNvSpPr/>
          <p:nvPr/>
        </p:nvSpPr>
        <p:spPr>
          <a:xfrm>
            <a:off x="7345974" y="1531147"/>
            <a:ext cx="2522220" cy="1461395"/>
          </a:xfrm>
          <a:prstGeom prst="wedgeRectCallout">
            <a:avLst>
              <a:gd name="adj1" fmla="val -32242"/>
              <a:gd name="adj2" fmla="val 793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9675282" y="1332417"/>
            <a:ext cx="385824" cy="38582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485930" y="164545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7485930" y="210078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94" name="对话气泡: 矩形 93"/>
          <p:cNvSpPr/>
          <p:nvPr/>
        </p:nvSpPr>
        <p:spPr>
          <a:xfrm flipV="1">
            <a:off x="5607614" y="4267709"/>
            <a:ext cx="2522220" cy="1461395"/>
          </a:xfrm>
          <a:prstGeom prst="wedgeRectCallout">
            <a:avLst>
              <a:gd name="adj1" fmla="val -32242"/>
              <a:gd name="adj2" fmla="val 793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705094" y="4382013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5705094" y="4837343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97" name="椭圆 96"/>
          <p:cNvSpPr/>
          <p:nvPr/>
        </p:nvSpPr>
        <p:spPr>
          <a:xfrm>
            <a:off x="7936922" y="4074798"/>
            <a:ext cx="385824" cy="38582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9" name="对话气泡: 矩形 98"/>
          <p:cNvSpPr/>
          <p:nvPr/>
        </p:nvSpPr>
        <p:spPr>
          <a:xfrm flipV="1">
            <a:off x="9071682" y="4267709"/>
            <a:ext cx="2522220" cy="1461395"/>
          </a:xfrm>
          <a:prstGeom prst="wedgeRectCallout">
            <a:avLst>
              <a:gd name="adj1" fmla="val -32242"/>
              <a:gd name="adj2" fmla="val 793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169162" y="4382013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9169162" y="4837343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102" name="椭圆 101"/>
          <p:cNvSpPr/>
          <p:nvPr/>
        </p:nvSpPr>
        <p:spPr>
          <a:xfrm>
            <a:off x="11400990" y="4074798"/>
            <a:ext cx="385824" cy="38582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请输入你的章节标题→图示✪</a:t>
            </a:r>
            <a:r>
              <a:rPr lang="en-US" altLang="zh-CN" dirty="0">
                <a:cs typeface="+mn-ea"/>
              </a:rPr>
              <a:t>11</a:t>
            </a:r>
            <a:r>
              <a:rPr lang="zh-CN" altLang="en-US" dirty="0">
                <a:cs typeface="+mn-ea"/>
              </a:rPr>
              <a:t>✪流程</a:t>
            </a:r>
            <a:r>
              <a:rPr lang="en-US" altLang="zh-CN" dirty="0">
                <a:cs typeface="+mn-ea"/>
              </a:rPr>
              <a:t>&amp;</a:t>
            </a:r>
            <a:r>
              <a:rPr lang="zh-CN" altLang="en-US" dirty="0">
                <a:cs typeface="+mn-ea"/>
              </a:rPr>
              <a:t>时间轴</a:t>
            </a:r>
            <a:endParaRPr lang="en-US" altLang="zh-CN" dirty="0">
              <a:cs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21</a:t>
            </a:fld>
            <a:endParaRPr lang="zh-CN" altLang="en-US" dirty="0"/>
          </a:p>
        </p:txBody>
      </p:sp>
      <p:grpSp>
        <p:nvGrpSpPr>
          <p:cNvPr id="82" name="组合 81"/>
          <p:cNvGrpSpPr/>
          <p:nvPr/>
        </p:nvGrpSpPr>
        <p:grpSpPr>
          <a:xfrm>
            <a:off x="834939" y="1535323"/>
            <a:ext cx="10522123" cy="405765"/>
            <a:chOff x="834939" y="2069401"/>
            <a:chExt cx="10522123" cy="405765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1562867" y="2272283"/>
              <a:ext cx="9066267" cy="2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2503496" y="2161617"/>
              <a:ext cx="221342" cy="22133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824718" y="2161617"/>
              <a:ext cx="221342" cy="22133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7145940" y="2161617"/>
              <a:ext cx="221342" cy="22133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467162" y="2161617"/>
              <a:ext cx="221342" cy="22133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箭头: V 形 17"/>
            <p:cNvSpPr/>
            <p:nvPr/>
          </p:nvSpPr>
          <p:spPr>
            <a:xfrm flipH="1">
              <a:off x="834939" y="2069401"/>
              <a:ext cx="243839" cy="405765"/>
            </a:xfrm>
            <a:prstGeom prst="chevron">
              <a:avLst>
                <a:gd name="adj" fmla="val 69728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箭头: V 形 22"/>
            <p:cNvSpPr/>
            <p:nvPr/>
          </p:nvSpPr>
          <p:spPr>
            <a:xfrm>
              <a:off x="11113223" y="2069401"/>
              <a:ext cx="243839" cy="405765"/>
            </a:xfrm>
            <a:prstGeom prst="chevron">
              <a:avLst>
                <a:gd name="adj" fmla="val 69728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589588" y="2023270"/>
            <a:ext cx="2049158" cy="73129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</a:t>
            </a:r>
            <a:endParaRPr lang="en-US" altLang="zh-CN" dirty="0">
              <a:ea typeface="+mn-ea"/>
              <a:cs typeface="+mn-ea"/>
            </a:endParaRPr>
          </a:p>
          <a:p>
            <a:r>
              <a:rPr lang="zh-CN" altLang="en-US" dirty="0">
                <a:ea typeface="+mn-ea"/>
                <a:cs typeface="+mn-ea"/>
              </a:rPr>
              <a:t>有助于文档协调</a:t>
            </a:r>
          </a:p>
        </p:txBody>
      </p:sp>
      <p:sp>
        <p:nvSpPr>
          <p:cNvPr id="53" name="矩形 52"/>
          <p:cNvSpPr/>
          <p:nvPr/>
        </p:nvSpPr>
        <p:spPr>
          <a:xfrm>
            <a:off x="834939" y="4367349"/>
            <a:ext cx="828000" cy="84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34939" y="3905161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834939" y="4631684"/>
            <a:ext cx="4302669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zh-CN" altLang="en-US" dirty="0">
                <a:solidFill>
                  <a:prstClr val="black"/>
                </a:solidFill>
                <a:latin typeface="+mn-ea"/>
                <a:cs typeface="+mn-ea"/>
              </a:rPr>
              <a:t>主题和样式也有助于文档保持协调。当您单击设计并选择新的主题时，图片、图表将会更改以匹配新的主题。当应用样式时，您的标题会进行更改以匹配新的主题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054392" y="3905161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054392" y="4631684"/>
            <a:ext cx="4302669" cy="14976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zh-CN" altLang="en-US" dirty="0">
                <a:solidFill>
                  <a:prstClr val="black"/>
                </a:solidFill>
                <a:latin typeface="+mn-ea"/>
                <a:cs typeface="+mn-ea"/>
              </a:rPr>
              <a:t>主题和样式也有助于文档保持协调。当您单击设计并选择新的主题时，图片、图表将会更改以匹配新的主题。当应用样式时，您的标题会进行更改以匹配新的主题</a:t>
            </a:r>
          </a:p>
        </p:txBody>
      </p:sp>
      <p:sp>
        <p:nvSpPr>
          <p:cNvPr id="68" name="矩形 67"/>
          <p:cNvSpPr/>
          <p:nvPr/>
        </p:nvSpPr>
        <p:spPr>
          <a:xfrm>
            <a:off x="7054392" y="4367349"/>
            <a:ext cx="828000" cy="84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910810" y="2023270"/>
            <a:ext cx="2049158" cy="73129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</a:t>
            </a:r>
            <a:endParaRPr lang="en-US" altLang="zh-CN" dirty="0">
              <a:ea typeface="+mn-ea"/>
              <a:cs typeface="+mn-ea"/>
            </a:endParaRPr>
          </a:p>
          <a:p>
            <a:r>
              <a:rPr lang="zh-CN" altLang="en-US" dirty="0">
                <a:ea typeface="+mn-ea"/>
                <a:cs typeface="+mn-ea"/>
              </a:rPr>
              <a:t>有助于文档协调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6232032" y="2023270"/>
            <a:ext cx="2049158" cy="73129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</a:t>
            </a:r>
            <a:endParaRPr lang="en-US" altLang="zh-CN" dirty="0">
              <a:ea typeface="+mn-ea"/>
              <a:cs typeface="+mn-ea"/>
            </a:endParaRPr>
          </a:p>
          <a:p>
            <a:r>
              <a:rPr lang="zh-CN" altLang="en-US" dirty="0">
                <a:ea typeface="+mn-ea"/>
                <a:cs typeface="+mn-ea"/>
              </a:rPr>
              <a:t>有助于文档协调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8553254" y="2023270"/>
            <a:ext cx="2049158" cy="73129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</a:t>
            </a:r>
            <a:endParaRPr lang="en-US" altLang="zh-CN" dirty="0">
              <a:ea typeface="+mn-ea"/>
              <a:cs typeface="+mn-ea"/>
            </a:endParaRPr>
          </a:p>
          <a:p>
            <a:r>
              <a:rPr lang="zh-CN" altLang="en-US" dirty="0">
                <a:ea typeface="+mn-ea"/>
                <a:cs typeface="+mn-ea"/>
              </a:rPr>
              <a:t>有助于文档协调</a:t>
            </a:r>
          </a:p>
        </p:txBody>
      </p:sp>
      <p:pic>
        <p:nvPicPr>
          <p:cNvPr id="88" name="图片 87" descr="图片包含 树, 户外, 植物, 地面&#10;&#10;自动生成的说明"/>
          <p:cNvPicPr>
            <a:picLocks noChangeAspect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94" b="52875"/>
          <a:stretch>
            <a:fillRect/>
          </a:stretch>
        </p:blipFill>
        <p:spPr>
          <a:xfrm>
            <a:off x="1" y="2926287"/>
            <a:ext cx="12191999" cy="790074"/>
          </a:xfrm>
          <a:custGeom>
            <a:avLst/>
            <a:gdLst>
              <a:gd name="connsiteX0" fmla="*/ 0 w 12191999"/>
              <a:gd name="connsiteY0" fmla="*/ 0 h 536746"/>
              <a:gd name="connsiteX1" fmla="*/ 12191999 w 12191999"/>
              <a:gd name="connsiteY1" fmla="*/ 0 h 536746"/>
              <a:gd name="connsiteX2" fmla="*/ 12191999 w 12191999"/>
              <a:gd name="connsiteY2" fmla="*/ 536746 h 536746"/>
              <a:gd name="connsiteX3" fmla="*/ 0 w 12191999"/>
              <a:gd name="connsiteY3" fmla="*/ 536746 h 53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36746">
                <a:moveTo>
                  <a:pt x="0" y="0"/>
                </a:moveTo>
                <a:lnTo>
                  <a:pt x="12191999" y="0"/>
                </a:lnTo>
                <a:lnTo>
                  <a:pt x="12191999" y="536746"/>
                </a:lnTo>
                <a:lnTo>
                  <a:pt x="0" y="536746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1078778" y="3716361"/>
            <a:ext cx="904240" cy="25962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58590" y="5105036"/>
            <a:ext cx="4489470" cy="576042"/>
            <a:chOff x="658590" y="5105036"/>
            <a:chExt cx="4489470" cy="576042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928590" y="5645078"/>
              <a:ext cx="421946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658590" y="5609078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 flipH="1">
              <a:off x="5148059" y="5105036"/>
              <a:ext cx="1" cy="54004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7659358" y="3802953"/>
            <a:ext cx="3859542" cy="72000"/>
            <a:chOff x="7659358" y="3860735"/>
            <a:chExt cx="3859542" cy="72000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7659358" y="3896735"/>
              <a:ext cx="3589542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 flipH="1">
              <a:off x="10978900" y="3860735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58590" y="1557275"/>
            <a:ext cx="4489468" cy="561055"/>
            <a:chOff x="658590" y="1557275"/>
            <a:chExt cx="4489468" cy="561055"/>
          </a:xfrm>
        </p:grpSpPr>
        <p:cxnSp>
          <p:nvCxnSpPr>
            <p:cNvPr id="45" name="直接连接符 44"/>
            <p:cNvCxnSpPr/>
            <p:nvPr/>
          </p:nvCxnSpPr>
          <p:spPr>
            <a:xfrm flipV="1">
              <a:off x="928590" y="1593275"/>
              <a:ext cx="421946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/>
            <p:cNvSpPr/>
            <p:nvPr/>
          </p:nvSpPr>
          <p:spPr>
            <a:xfrm flipV="1">
              <a:off x="658590" y="1557275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47" name="直接连接符 46"/>
            <p:cNvCxnSpPr>
              <a:stCxn id="50" idx="4"/>
            </p:cNvCxnSpPr>
            <p:nvPr/>
          </p:nvCxnSpPr>
          <p:spPr>
            <a:xfrm flipV="1">
              <a:off x="5148058" y="1585598"/>
              <a:ext cx="0" cy="53273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12.1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52744" y="1792854"/>
            <a:ext cx="3686512" cy="3678692"/>
            <a:chOff x="5483019" y="1384957"/>
            <a:chExt cx="4317159" cy="4308002"/>
          </a:xfrm>
        </p:grpSpPr>
        <p:grpSp>
          <p:nvGrpSpPr>
            <p:cNvPr id="74" name="组合 73"/>
            <p:cNvGrpSpPr/>
            <p:nvPr/>
          </p:nvGrpSpPr>
          <p:grpSpPr>
            <a:xfrm>
              <a:off x="5483019" y="1384957"/>
              <a:ext cx="4317159" cy="4308002"/>
              <a:chOff x="1620902" y="1879981"/>
              <a:chExt cx="4317159" cy="4308002"/>
            </a:xfrm>
          </p:grpSpPr>
          <p:sp>
            <p:nvSpPr>
              <p:cNvPr id="76" name="任意多边形: 形状 75"/>
              <p:cNvSpPr/>
              <p:nvPr/>
            </p:nvSpPr>
            <p:spPr>
              <a:xfrm>
                <a:off x="3900064" y="1879981"/>
                <a:ext cx="1706900" cy="1237263"/>
              </a:xfrm>
              <a:custGeom>
                <a:avLst/>
                <a:gdLst>
                  <a:gd name="connsiteX0" fmla="*/ 0 w 1706900"/>
                  <a:gd name="connsiteY0" fmla="*/ 0 h 1237263"/>
                  <a:gd name="connsiteX1" fmla="*/ 100119 w 1706900"/>
                  <a:gd name="connsiteY1" fmla="*/ 5056 h 1237263"/>
                  <a:gd name="connsiteX2" fmla="*/ 1669345 w 1706900"/>
                  <a:gd name="connsiteY2" fmla="*/ 945608 h 1237263"/>
                  <a:gd name="connsiteX3" fmla="*/ 1706900 w 1706900"/>
                  <a:gd name="connsiteY3" fmla="*/ 1007425 h 1237263"/>
                  <a:gd name="connsiteX4" fmla="*/ 1607514 w 1706900"/>
                  <a:gd name="connsiteY4" fmla="*/ 1237263 h 1237263"/>
                  <a:gd name="connsiteX5" fmla="*/ 1378393 w 1706900"/>
                  <a:gd name="connsiteY5" fmla="*/ 1210690 h 1237263"/>
                  <a:gd name="connsiteX6" fmla="*/ 1348697 w 1706900"/>
                  <a:gd name="connsiteY6" fmla="*/ 1161809 h 1237263"/>
                  <a:gd name="connsiteX7" fmla="*/ 60582 w 1706900"/>
                  <a:gd name="connsiteY7" fmla="*/ 389747 h 1237263"/>
                  <a:gd name="connsiteX8" fmla="*/ 57365 w 1706900"/>
                  <a:gd name="connsiteY8" fmla="*/ 389585 h 1237263"/>
                  <a:gd name="connsiteX9" fmla="*/ 173430 w 1706900"/>
                  <a:gd name="connsiteY9" fmla="*/ 233391 h 1237263"/>
                  <a:gd name="connsiteX10" fmla="*/ 0 w 1706900"/>
                  <a:gd name="connsiteY10" fmla="*/ 0 h 1237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6900" h="1237263">
                    <a:moveTo>
                      <a:pt x="0" y="0"/>
                    </a:moveTo>
                    <a:lnTo>
                      <a:pt x="100119" y="5056"/>
                    </a:lnTo>
                    <a:cubicBezTo>
                      <a:pt x="753205" y="71380"/>
                      <a:pt x="1320224" y="428841"/>
                      <a:pt x="1669345" y="945608"/>
                    </a:cubicBezTo>
                    <a:lnTo>
                      <a:pt x="1706900" y="1007425"/>
                    </a:lnTo>
                    <a:lnTo>
                      <a:pt x="1607514" y="1237263"/>
                    </a:lnTo>
                    <a:lnTo>
                      <a:pt x="1378393" y="1210690"/>
                    </a:lnTo>
                    <a:lnTo>
                      <a:pt x="1348697" y="1161809"/>
                    </a:lnTo>
                    <a:cubicBezTo>
                      <a:pt x="1062117" y="737616"/>
                      <a:pt x="596675" y="444190"/>
                      <a:pt x="60582" y="389747"/>
                    </a:cubicBezTo>
                    <a:lnTo>
                      <a:pt x="57365" y="389585"/>
                    </a:lnTo>
                    <a:lnTo>
                      <a:pt x="173430" y="2333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1955152" y="1882035"/>
                <a:ext cx="1834991" cy="1183807"/>
              </a:xfrm>
              <a:custGeom>
                <a:avLst/>
                <a:gdLst>
                  <a:gd name="connsiteX0" fmla="*/ 1663087 w 1834991"/>
                  <a:gd name="connsiteY0" fmla="*/ 0 h 1183807"/>
                  <a:gd name="connsiteX1" fmla="*/ 1834991 w 1834991"/>
                  <a:gd name="connsiteY1" fmla="*/ 231337 h 1183807"/>
                  <a:gd name="connsiteX2" fmla="*/ 1721754 w 1834991"/>
                  <a:gd name="connsiteY2" fmla="*/ 383725 h 1183807"/>
                  <a:gd name="connsiteX3" fmla="*/ 1643165 w 1834991"/>
                  <a:gd name="connsiteY3" fmla="*/ 387693 h 1183807"/>
                  <a:gd name="connsiteX4" fmla="*/ 355050 w 1834991"/>
                  <a:gd name="connsiteY4" fmla="*/ 1159755 h 1183807"/>
                  <a:gd name="connsiteX5" fmla="*/ 340438 w 1834991"/>
                  <a:gd name="connsiteY5" fmla="*/ 1183807 h 1183807"/>
                  <a:gd name="connsiteX6" fmla="*/ 248570 w 1834991"/>
                  <a:gd name="connsiteY6" fmla="*/ 971353 h 1183807"/>
                  <a:gd name="connsiteX7" fmla="*/ 0 w 1834991"/>
                  <a:gd name="connsiteY7" fmla="*/ 1000182 h 1183807"/>
                  <a:gd name="connsiteX8" fmla="*/ 34402 w 1834991"/>
                  <a:gd name="connsiteY8" fmla="*/ 943554 h 1183807"/>
                  <a:gd name="connsiteX9" fmla="*/ 1603628 w 1834991"/>
                  <a:gd name="connsiteY9" fmla="*/ 3002 h 1183807"/>
                  <a:gd name="connsiteX10" fmla="*/ 1663087 w 1834991"/>
                  <a:gd name="connsiteY10" fmla="*/ 0 h 118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4991" h="1183807">
                    <a:moveTo>
                      <a:pt x="1663087" y="0"/>
                    </a:moveTo>
                    <a:lnTo>
                      <a:pt x="1834991" y="231337"/>
                    </a:lnTo>
                    <a:lnTo>
                      <a:pt x="1721754" y="383725"/>
                    </a:lnTo>
                    <a:lnTo>
                      <a:pt x="1643165" y="387693"/>
                    </a:lnTo>
                    <a:cubicBezTo>
                      <a:pt x="1107073" y="442136"/>
                      <a:pt x="641630" y="735562"/>
                      <a:pt x="355050" y="1159755"/>
                    </a:cubicBezTo>
                    <a:lnTo>
                      <a:pt x="340438" y="1183807"/>
                    </a:lnTo>
                    <a:lnTo>
                      <a:pt x="248570" y="971353"/>
                    </a:lnTo>
                    <a:lnTo>
                      <a:pt x="0" y="1000182"/>
                    </a:lnTo>
                    <a:lnTo>
                      <a:pt x="34402" y="943554"/>
                    </a:lnTo>
                    <a:cubicBezTo>
                      <a:pt x="383524" y="426787"/>
                      <a:pt x="950542" y="69326"/>
                      <a:pt x="1603628" y="3002"/>
                    </a:cubicBezTo>
                    <a:lnTo>
                      <a:pt x="16630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1620902" y="3098778"/>
                <a:ext cx="601700" cy="1890077"/>
              </a:xfrm>
              <a:custGeom>
                <a:avLst/>
                <a:gdLst>
                  <a:gd name="connsiteX0" fmla="*/ 441143 w 601700"/>
                  <a:gd name="connsiteY0" fmla="*/ 0 h 1890077"/>
                  <a:gd name="connsiteX1" fmla="*/ 536850 w 601700"/>
                  <a:gd name="connsiteY1" fmla="*/ 221330 h 1890077"/>
                  <a:gd name="connsiteX2" fmla="*/ 525932 w 601700"/>
                  <a:gd name="connsiteY2" fmla="*/ 243993 h 1890077"/>
                  <a:gd name="connsiteX3" fmla="*/ 386688 w 601700"/>
                  <a:gd name="connsiteY3" fmla="*/ 933693 h 1890077"/>
                  <a:gd name="connsiteX4" fmla="*/ 600546 w 601700"/>
                  <a:gd name="connsiteY4" fmla="*/ 1778281 h 1890077"/>
                  <a:gd name="connsiteX5" fmla="*/ 601700 w 601700"/>
                  <a:gd name="connsiteY5" fmla="*/ 1780180 h 1890077"/>
                  <a:gd name="connsiteX6" fmla="*/ 288806 w 601700"/>
                  <a:gd name="connsiteY6" fmla="*/ 1743891 h 1890077"/>
                  <a:gd name="connsiteX7" fmla="*/ 225593 w 601700"/>
                  <a:gd name="connsiteY7" fmla="*/ 1890077 h 1890077"/>
                  <a:gd name="connsiteX8" fmla="*/ 169632 w 601700"/>
                  <a:gd name="connsiteY8" fmla="*/ 1773909 h 1890077"/>
                  <a:gd name="connsiteX9" fmla="*/ 0 w 601700"/>
                  <a:gd name="connsiteY9" fmla="*/ 933693 h 1890077"/>
                  <a:gd name="connsiteX10" fmla="*/ 169632 w 601700"/>
                  <a:gd name="connsiteY10" fmla="*/ 93477 h 1890077"/>
                  <a:gd name="connsiteX11" fmla="*/ 201260 w 601700"/>
                  <a:gd name="connsiteY11" fmla="*/ 27822 h 1890077"/>
                  <a:gd name="connsiteX12" fmla="*/ 441143 w 601700"/>
                  <a:gd name="connsiteY12" fmla="*/ 0 h 1890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1700" h="1890077">
                    <a:moveTo>
                      <a:pt x="441143" y="0"/>
                    </a:moveTo>
                    <a:lnTo>
                      <a:pt x="536850" y="221330"/>
                    </a:lnTo>
                    <a:lnTo>
                      <a:pt x="525932" y="243993"/>
                    </a:lnTo>
                    <a:cubicBezTo>
                      <a:pt x="436270" y="455979"/>
                      <a:pt x="386688" y="689046"/>
                      <a:pt x="386688" y="933693"/>
                    </a:cubicBezTo>
                    <a:cubicBezTo>
                      <a:pt x="386688" y="1239502"/>
                      <a:pt x="464159" y="1527217"/>
                      <a:pt x="600546" y="1778281"/>
                    </a:cubicBezTo>
                    <a:lnTo>
                      <a:pt x="601700" y="1780180"/>
                    </a:lnTo>
                    <a:lnTo>
                      <a:pt x="288806" y="1743891"/>
                    </a:lnTo>
                    <a:lnTo>
                      <a:pt x="225593" y="1890077"/>
                    </a:lnTo>
                    <a:lnTo>
                      <a:pt x="169632" y="1773909"/>
                    </a:lnTo>
                    <a:cubicBezTo>
                      <a:pt x="60402" y="1515661"/>
                      <a:pt x="0" y="1231731"/>
                      <a:pt x="0" y="933693"/>
                    </a:cubicBezTo>
                    <a:cubicBezTo>
                      <a:pt x="0" y="635656"/>
                      <a:pt x="60402" y="351726"/>
                      <a:pt x="169632" y="93477"/>
                    </a:cubicBezTo>
                    <a:lnTo>
                      <a:pt x="201260" y="27822"/>
                    </a:lnTo>
                    <a:lnTo>
                      <a:pt x="44114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5369228" y="3142481"/>
                <a:ext cx="568833" cy="1964042"/>
              </a:xfrm>
              <a:custGeom>
                <a:avLst/>
                <a:gdLst>
                  <a:gd name="connsiteX0" fmla="*/ 375224 w 568833"/>
                  <a:gd name="connsiteY0" fmla="*/ 0 h 1964042"/>
                  <a:gd name="connsiteX1" fmla="*/ 399201 w 568833"/>
                  <a:gd name="connsiteY1" fmla="*/ 49773 h 1964042"/>
                  <a:gd name="connsiteX2" fmla="*/ 568833 w 568833"/>
                  <a:gd name="connsiteY2" fmla="*/ 889989 h 1964042"/>
                  <a:gd name="connsiteX3" fmla="*/ 308304 w 568833"/>
                  <a:gd name="connsiteY3" fmla="*/ 1918896 h 1964042"/>
                  <a:gd name="connsiteX4" fmla="*/ 292489 w 568833"/>
                  <a:gd name="connsiteY4" fmla="*/ 1944929 h 1964042"/>
                  <a:gd name="connsiteX5" fmla="*/ 127690 w 568833"/>
                  <a:gd name="connsiteY5" fmla="*/ 1964042 h 1964042"/>
                  <a:gd name="connsiteX6" fmla="*/ 0 w 568833"/>
                  <a:gd name="connsiteY6" fmla="*/ 1668747 h 1964042"/>
                  <a:gd name="connsiteX7" fmla="*/ 42901 w 568833"/>
                  <a:gd name="connsiteY7" fmla="*/ 1579689 h 1964042"/>
                  <a:gd name="connsiteX8" fmla="*/ 182145 w 568833"/>
                  <a:gd name="connsiteY8" fmla="*/ 889989 h 1964042"/>
                  <a:gd name="connsiteX9" fmla="*/ 42901 w 568833"/>
                  <a:gd name="connsiteY9" fmla="*/ 200289 h 1964042"/>
                  <a:gd name="connsiteX10" fmla="*/ 39004 w 568833"/>
                  <a:gd name="connsiteY10" fmla="*/ 192198 h 1964042"/>
                  <a:gd name="connsiteX11" fmla="*/ 280027 w 568833"/>
                  <a:gd name="connsiteY11" fmla="*/ 220152 h 1964042"/>
                  <a:gd name="connsiteX12" fmla="*/ 375224 w 568833"/>
                  <a:gd name="connsiteY12" fmla="*/ 0 h 1964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8833" h="1964042">
                    <a:moveTo>
                      <a:pt x="375224" y="0"/>
                    </a:moveTo>
                    <a:lnTo>
                      <a:pt x="399201" y="49773"/>
                    </a:lnTo>
                    <a:cubicBezTo>
                      <a:pt x="508431" y="308022"/>
                      <a:pt x="568833" y="591952"/>
                      <a:pt x="568833" y="889989"/>
                    </a:cubicBezTo>
                    <a:cubicBezTo>
                      <a:pt x="568833" y="1262536"/>
                      <a:pt x="474455" y="1613040"/>
                      <a:pt x="308304" y="1918896"/>
                    </a:cubicBezTo>
                    <a:lnTo>
                      <a:pt x="292489" y="1944929"/>
                    </a:lnTo>
                    <a:lnTo>
                      <a:pt x="127690" y="1964042"/>
                    </a:lnTo>
                    <a:lnTo>
                      <a:pt x="0" y="1668747"/>
                    </a:lnTo>
                    <a:lnTo>
                      <a:pt x="42901" y="1579689"/>
                    </a:lnTo>
                    <a:cubicBezTo>
                      <a:pt x="132564" y="1367703"/>
                      <a:pt x="182145" y="1134636"/>
                      <a:pt x="182145" y="889989"/>
                    </a:cubicBezTo>
                    <a:cubicBezTo>
                      <a:pt x="182145" y="645342"/>
                      <a:pt x="132564" y="412275"/>
                      <a:pt x="42901" y="200289"/>
                    </a:cubicBezTo>
                    <a:lnTo>
                      <a:pt x="39004" y="192198"/>
                    </a:lnTo>
                    <a:lnTo>
                      <a:pt x="280027" y="220152"/>
                    </a:lnTo>
                    <a:lnTo>
                      <a:pt x="3752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768820" y="5053385"/>
                <a:ext cx="1728762" cy="1134598"/>
              </a:xfrm>
              <a:custGeom>
                <a:avLst/>
                <a:gdLst>
                  <a:gd name="connsiteX0" fmla="*/ 1457333 w 1728762"/>
                  <a:gd name="connsiteY0" fmla="*/ 0 h 1134598"/>
                  <a:gd name="connsiteX1" fmla="*/ 1586421 w 1728762"/>
                  <a:gd name="connsiteY1" fmla="*/ 298528 h 1134598"/>
                  <a:gd name="connsiteX2" fmla="*/ 1728762 w 1728762"/>
                  <a:gd name="connsiteY2" fmla="*/ 282020 h 1134598"/>
                  <a:gd name="connsiteX3" fmla="*/ 1676325 w 1728762"/>
                  <a:gd name="connsiteY3" fmla="*/ 352142 h 1134598"/>
                  <a:gd name="connsiteX4" fmla="*/ 231363 w 1728762"/>
                  <a:gd name="connsiteY4" fmla="*/ 1126519 h 1134598"/>
                  <a:gd name="connsiteX5" fmla="*/ 71377 w 1728762"/>
                  <a:gd name="connsiteY5" fmla="*/ 1134598 h 1134598"/>
                  <a:gd name="connsiteX6" fmla="*/ 0 w 1728762"/>
                  <a:gd name="connsiteY6" fmla="*/ 1038544 h 1134598"/>
                  <a:gd name="connsiteX7" fmla="*/ 224152 w 1728762"/>
                  <a:gd name="connsiteY7" fmla="*/ 736895 h 1134598"/>
                  <a:gd name="connsiteX8" fmla="*/ 367759 w 1728762"/>
                  <a:gd name="connsiteY8" fmla="*/ 714977 h 1134598"/>
                  <a:gd name="connsiteX9" fmla="*/ 1377938 w 1728762"/>
                  <a:gd name="connsiteY9" fmla="*/ 106172 h 1134598"/>
                  <a:gd name="connsiteX10" fmla="*/ 1457333 w 1728762"/>
                  <a:gd name="connsiteY10" fmla="*/ 0 h 113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28762" h="1134598">
                    <a:moveTo>
                      <a:pt x="1457333" y="0"/>
                    </a:moveTo>
                    <a:lnTo>
                      <a:pt x="1586421" y="298528"/>
                    </a:lnTo>
                    <a:lnTo>
                      <a:pt x="1728762" y="282020"/>
                    </a:lnTo>
                    <a:lnTo>
                      <a:pt x="1676325" y="352142"/>
                    </a:lnTo>
                    <a:cubicBezTo>
                      <a:pt x="1324401" y="778576"/>
                      <a:pt x="811884" y="1067565"/>
                      <a:pt x="231363" y="1126519"/>
                    </a:cubicBezTo>
                    <a:lnTo>
                      <a:pt x="71377" y="1134598"/>
                    </a:lnTo>
                    <a:lnTo>
                      <a:pt x="0" y="1038544"/>
                    </a:lnTo>
                    <a:lnTo>
                      <a:pt x="224152" y="736895"/>
                    </a:lnTo>
                    <a:lnTo>
                      <a:pt x="367759" y="714977"/>
                    </a:lnTo>
                    <a:cubicBezTo>
                      <a:pt x="771469" y="632367"/>
                      <a:pt x="1125168" y="412460"/>
                      <a:pt x="1377938" y="106172"/>
                    </a:cubicBezTo>
                    <a:lnTo>
                      <a:pt x="145733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1987455" y="5088058"/>
                <a:ext cx="1714606" cy="1090480"/>
              </a:xfrm>
              <a:custGeom>
                <a:avLst/>
                <a:gdLst>
                  <a:gd name="connsiteX0" fmla="*/ 63929 w 1714606"/>
                  <a:gd name="connsiteY0" fmla="*/ 0 h 1090480"/>
                  <a:gd name="connsiteX1" fmla="*/ 400470 w 1714606"/>
                  <a:gd name="connsiteY1" fmla="*/ 39031 h 1090480"/>
                  <a:gd name="connsiteX2" fmla="*/ 424749 w 1714606"/>
                  <a:gd name="connsiteY2" fmla="*/ 71499 h 1090480"/>
                  <a:gd name="connsiteX3" fmla="*/ 1610861 w 1714606"/>
                  <a:gd name="connsiteY3" fmla="*/ 707155 h 1090480"/>
                  <a:gd name="connsiteX4" fmla="*/ 1714606 w 1714606"/>
                  <a:gd name="connsiteY4" fmla="*/ 712394 h 1090480"/>
                  <a:gd name="connsiteX5" fmla="*/ 1498013 w 1714606"/>
                  <a:gd name="connsiteY5" fmla="*/ 1003871 h 1090480"/>
                  <a:gd name="connsiteX6" fmla="*/ 1562371 w 1714606"/>
                  <a:gd name="connsiteY6" fmla="*/ 1090480 h 1090480"/>
                  <a:gd name="connsiteX7" fmla="*/ 1356997 w 1714606"/>
                  <a:gd name="connsiteY7" fmla="*/ 1059136 h 1090480"/>
                  <a:gd name="connsiteX8" fmla="*/ 2098 w 1714606"/>
                  <a:gd name="connsiteY8" fmla="*/ 151294 h 1090480"/>
                  <a:gd name="connsiteX9" fmla="*/ 0 w 1714606"/>
                  <a:gd name="connsiteY9" fmla="*/ 147841 h 1090480"/>
                  <a:gd name="connsiteX10" fmla="*/ 63929 w 1714606"/>
                  <a:gd name="connsiteY10" fmla="*/ 0 h 109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14606" h="1090480">
                    <a:moveTo>
                      <a:pt x="63929" y="0"/>
                    </a:moveTo>
                    <a:lnTo>
                      <a:pt x="400470" y="39031"/>
                    </a:lnTo>
                    <a:lnTo>
                      <a:pt x="424749" y="71499"/>
                    </a:lnTo>
                    <a:cubicBezTo>
                      <a:pt x="713630" y="421542"/>
                      <a:pt x="1134334" y="658761"/>
                      <a:pt x="1610861" y="707155"/>
                    </a:cubicBezTo>
                    <a:lnTo>
                      <a:pt x="1714606" y="712394"/>
                    </a:lnTo>
                    <a:lnTo>
                      <a:pt x="1498013" y="1003871"/>
                    </a:lnTo>
                    <a:lnTo>
                      <a:pt x="1562371" y="1090480"/>
                    </a:lnTo>
                    <a:lnTo>
                      <a:pt x="1356997" y="1059136"/>
                    </a:lnTo>
                    <a:cubicBezTo>
                      <a:pt x="794924" y="944120"/>
                      <a:pt x="312428" y="610643"/>
                      <a:pt x="2098" y="151294"/>
                    </a:cubicBezTo>
                    <a:lnTo>
                      <a:pt x="0" y="147841"/>
                    </a:lnTo>
                    <a:lnTo>
                      <a:pt x="63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</p:grpSp>
        <p:pic>
          <p:nvPicPr>
            <p:cNvPr id="75" name="图片 74"/>
            <p:cNvPicPr/>
            <p:nvPr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923497" y="1820861"/>
              <a:ext cx="3436202" cy="3436194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</p:spPr>
        </p:pic>
      </p:grpSp>
      <p:sp>
        <p:nvSpPr>
          <p:cNvPr id="24" name="椭圆 23"/>
          <p:cNvSpPr/>
          <p:nvPr/>
        </p:nvSpPr>
        <p:spPr>
          <a:xfrm flipH="1">
            <a:off x="7866207" y="3782603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168726" y="2207534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337174" y="2607644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34" name="椭圆 33"/>
          <p:cNvSpPr/>
          <p:nvPr/>
        </p:nvSpPr>
        <p:spPr>
          <a:xfrm>
            <a:off x="5090303" y="5127247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6689" y="4024422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66689" y="4424532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666689" y="1702320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66689" y="2102430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50" name="椭圆 49"/>
          <p:cNvSpPr/>
          <p:nvPr/>
        </p:nvSpPr>
        <p:spPr>
          <a:xfrm>
            <a:off x="5090303" y="2002821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12.2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658590" y="5105036"/>
            <a:ext cx="4489470" cy="576042"/>
            <a:chOff x="658590" y="5105036"/>
            <a:chExt cx="4489470" cy="576042"/>
          </a:xfrm>
        </p:grpSpPr>
        <p:cxnSp>
          <p:nvCxnSpPr>
            <p:cNvPr id="122" name="直接连接符 121"/>
            <p:cNvCxnSpPr/>
            <p:nvPr/>
          </p:nvCxnSpPr>
          <p:spPr>
            <a:xfrm>
              <a:off x="928590" y="5645078"/>
              <a:ext cx="421946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矩形 122"/>
            <p:cNvSpPr/>
            <p:nvPr/>
          </p:nvSpPr>
          <p:spPr>
            <a:xfrm>
              <a:off x="658590" y="5609078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124" name="直接连接符 123"/>
            <p:cNvCxnSpPr/>
            <p:nvPr/>
          </p:nvCxnSpPr>
          <p:spPr>
            <a:xfrm flipH="1">
              <a:off x="5148059" y="5105036"/>
              <a:ext cx="1" cy="54004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/>
        </p:nvGrpSpPr>
        <p:grpSpPr>
          <a:xfrm>
            <a:off x="658590" y="1557275"/>
            <a:ext cx="4489468" cy="561055"/>
            <a:chOff x="658590" y="1557275"/>
            <a:chExt cx="4489468" cy="561055"/>
          </a:xfrm>
        </p:grpSpPr>
        <p:cxnSp>
          <p:nvCxnSpPr>
            <p:cNvPr id="133" name="直接连接符 132"/>
            <p:cNvCxnSpPr/>
            <p:nvPr/>
          </p:nvCxnSpPr>
          <p:spPr>
            <a:xfrm flipV="1">
              <a:off x="928590" y="1593275"/>
              <a:ext cx="421946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矩形 133"/>
            <p:cNvSpPr/>
            <p:nvPr/>
          </p:nvSpPr>
          <p:spPr>
            <a:xfrm flipV="1">
              <a:off x="658590" y="1557275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135" name="直接连接符 134"/>
            <p:cNvCxnSpPr>
              <a:stCxn id="140" idx="4"/>
            </p:cNvCxnSpPr>
            <p:nvPr/>
          </p:nvCxnSpPr>
          <p:spPr>
            <a:xfrm flipV="1">
              <a:off x="5148058" y="1585598"/>
              <a:ext cx="0" cy="53273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/>
          <p:cNvGrpSpPr/>
          <p:nvPr/>
        </p:nvGrpSpPr>
        <p:grpSpPr>
          <a:xfrm>
            <a:off x="7659358" y="3802953"/>
            <a:ext cx="3859542" cy="72000"/>
            <a:chOff x="7659358" y="3860735"/>
            <a:chExt cx="3859542" cy="72000"/>
          </a:xfrm>
        </p:grpSpPr>
        <p:cxnSp>
          <p:nvCxnSpPr>
            <p:cNvPr id="126" name="直接连接符 125"/>
            <p:cNvCxnSpPr/>
            <p:nvPr/>
          </p:nvCxnSpPr>
          <p:spPr>
            <a:xfrm flipH="1">
              <a:off x="7659358" y="3896735"/>
              <a:ext cx="3589542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矩形 126"/>
            <p:cNvSpPr/>
            <p:nvPr/>
          </p:nvSpPr>
          <p:spPr>
            <a:xfrm flipH="1">
              <a:off x="10978900" y="3860735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252744" y="1792854"/>
            <a:ext cx="3686512" cy="3678692"/>
            <a:chOff x="6557381" y="1478199"/>
            <a:chExt cx="4317159" cy="4308002"/>
          </a:xfrm>
        </p:grpSpPr>
        <p:sp>
          <p:nvSpPr>
            <p:cNvPr id="76" name="任意多边形: 形状 75"/>
            <p:cNvSpPr/>
            <p:nvPr/>
          </p:nvSpPr>
          <p:spPr>
            <a:xfrm>
              <a:off x="8836543" y="1478199"/>
              <a:ext cx="1706900" cy="1237263"/>
            </a:xfrm>
            <a:custGeom>
              <a:avLst/>
              <a:gdLst>
                <a:gd name="connsiteX0" fmla="*/ 0 w 1706900"/>
                <a:gd name="connsiteY0" fmla="*/ 0 h 1237263"/>
                <a:gd name="connsiteX1" fmla="*/ 100119 w 1706900"/>
                <a:gd name="connsiteY1" fmla="*/ 5056 h 1237263"/>
                <a:gd name="connsiteX2" fmla="*/ 1669345 w 1706900"/>
                <a:gd name="connsiteY2" fmla="*/ 945608 h 1237263"/>
                <a:gd name="connsiteX3" fmla="*/ 1706900 w 1706900"/>
                <a:gd name="connsiteY3" fmla="*/ 1007425 h 1237263"/>
                <a:gd name="connsiteX4" fmla="*/ 1607514 w 1706900"/>
                <a:gd name="connsiteY4" fmla="*/ 1237263 h 1237263"/>
                <a:gd name="connsiteX5" fmla="*/ 1378393 w 1706900"/>
                <a:gd name="connsiteY5" fmla="*/ 1210690 h 1237263"/>
                <a:gd name="connsiteX6" fmla="*/ 1348697 w 1706900"/>
                <a:gd name="connsiteY6" fmla="*/ 1161809 h 1237263"/>
                <a:gd name="connsiteX7" fmla="*/ 60582 w 1706900"/>
                <a:gd name="connsiteY7" fmla="*/ 389747 h 1237263"/>
                <a:gd name="connsiteX8" fmla="*/ 57365 w 1706900"/>
                <a:gd name="connsiteY8" fmla="*/ 389585 h 1237263"/>
                <a:gd name="connsiteX9" fmla="*/ 173430 w 1706900"/>
                <a:gd name="connsiteY9" fmla="*/ 233391 h 1237263"/>
                <a:gd name="connsiteX10" fmla="*/ 0 w 1706900"/>
                <a:gd name="connsiteY10" fmla="*/ 0 h 1237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06900" h="1237263">
                  <a:moveTo>
                    <a:pt x="0" y="0"/>
                  </a:moveTo>
                  <a:lnTo>
                    <a:pt x="100119" y="5056"/>
                  </a:lnTo>
                  <a:cubicBezTo>
                    <a:pt x="753205" y="71380"/>
                    <a:pt x="1320224" y="428841"/>
                    <a:pt x="1669345" y="945608"/>
                  </a:cubicBezTo>
                  <a:lnTo>
                    <a:pt x="1706900" y="1007425"/>
                  </a:lnTo>
                  <a:lnTo>
                    <a:pt x="1607514" y="1237263"/>
                  </a:lnTo>
                  <a:lnTo>
                    <a:pt x="1378393" y="1210690"/>
                  </a:lnTo>
                  <a:lnTo>
                    <a:pt x="1348697" y="1161809"/>
                  </a:lnTo>
                  <a:cubicBezTo>
                    <a:pt x="1062117" y="737616"/>
                    <a:pt x="596675" y="444190"/>
                    <a:pt x="60582" y="389747"/>
                  </a:cubicBezTo>
                  <a:lnTo>
                    <a:pt x="57365" y="389585"/>
                  </a:lnTo>
                  <a:lnTo>
                    <a:pt x="173430" y="233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6891631" y="1480253"/>
              <a:ext cx="1834991" cy="1183807"/>
            </a:xfrm>
            <a:custGeom>
              <a:avLst/>
              <a:gdLst>
                <a:gd name="connsiteX0" fmla="*/ 1663087 w 1834991"/>
                <a:gd name="connsiteY0" fmla="*/ 0 h 1183807"/>
                <a:gd name="connsiteX1" fmla="*/ 1834991 w 1834991"/>
                <a:gd name="connsiteY1" fmla="*/ 231337 h 1183807"/>
                <a:gd name="connsiteX2" fmla="*/ 1721754 w 1834991"/>
                <a:gd name="connsiteY2" fmla="*/ 383725 h 1183807"/>
                <a:gd name="connsiteX3" fmla="*/ 1643165 w 1834991"/>
                <a:gd name="connsiteY3" fmla="*/ 387693 h 1183807"/>
                <a:gd name="connsiteX4" fmla="*/ 355050 w 1834991"/>
                <a:gd name="connsiteY4" fmla="*/ 1159755 h 1183807"/>
                <a:gd name="connsiteX5" fmla="*/ 340438 w 1834991"/>
                <a:gd name="connsiteY5" fmla="*/ 1183807 h 1183807"/>
                <a:gd name="connsiteX6" fmla="*/ 248570 w 1834991"/>
                <a:gd name="connsiteY6" fmla="*/ 971353 h 1183807"/>
                <a:gd name="connsiteX7" fmla="*/ 0 w 1834991"/>
                <a:gd name="connsiteY7" fmla="*/ 1000182 h 1183807"/>
                <a:gd name="connsiteX8" fmla="*/ 34402 w 1834991"/>
                <a:gd name="connsiteY8" fmla="*/ 943554 h 1183807"/>
                <a:gd name="connsiteX9" fmla="*/ 1603628 w 1834991"/>
                <a:gd name="connsiteY9" fmla="*/ 3002 h 1183807"/>
                <a:gd name="connsiteX10" fmla="*/ 1663087 w 1834991"/>
                <a:gd name="connsiteY10" fmla="*/ 0 h 1183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4991" h="1183807">
                  <a:moveTo>
                    <a:pt x="1663087" y="0"/>
                  </a:moveTo>
                  <a:lnTo>
                    <a:pt x="1834991" y="231337"/>
                  </a:lnTo>
                  <a:lnTo>
                    <a:pt x="1721754" y="383725"/>
                  </a:lnTo>
                  <a:lnTo>
                    <a:pt x="1643165" y="387693"/>
                  </a:lnTo>
                  <a:cubicBezTo>
                    <a:pt x="1107073" y="442136"/>
                    <a:pt x="641630" y="735562"/>
                    <a:pt x="355050" y="1159755"/>
                  </a:cubicBezTo>
                  <a:lnTo>
                    <a:pt x="340438" y="1183807"/>
                  </a:lnTo>
                  <a:lnTo>
                    <a:pt x="248570" y="971353"/>
                  </a:lnTo>
                  <a:lnTo>
                    <a:pt x="0" y="1000182"/>
                  </a:lnTo>
                  <a:lnTo>
                    <a:pt x="34402" y="943554"/>
                  </a:lnTo>
                  <a:cubicBezTo>
                    <a:pt x="383524" y="426787"/>
                    <a:pt x="950542" y="69326"/>
                    <a:pt x="1603628" y="3002"/>
                  </a:cubicBezTo>
                  <a:lnTo>
                    <a:pt x="1663087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6557381" y="2696996"/>
              <a:ext cx="601700" cy="1890077"/>
            </a:xfrm>
            <a:custGeom>
              <a:avLst/>
              <a:gdLst>
                <a:gd name="connsiteX0" fmla="*/ 441143 w 601700"/>
                <a:gd name="connsiteY0" fmla="*/ 0 h 1890077"/>
                <a:gd name="connsiteX1" fmla="*/ 536850 w 601700"/>
                <a:gd name="connsiteY1" fmla="*/ 221330 h 1890077"/>
                <a:gd name="connsiteX2" fmla="*/ 525932 w 601700"/>
                <a:gd name="connsiteY2" fmla="*/ 243993 h 1890077"/>
                <a:gd name="connsiteX3" fmla="*/ 386688 w 601700"/>
                <a:gd name="connsiteY3" fmla="*/ 933693 h 1890077"/>
                <a:gd name="connsiteX4" fmla="*/ 600546 w 601700"/>
                <a:gd name="connsiteY4" fmla="*/ 1778281 h 1890077"/>
                <a:gd name="connsiteX5" fmla="*/ 601700 w 601700"/>
                <a:gd name="connsiteY5" fmla="*/ 1780180 h 1890077"/>
                <a:gd name="connsiteX6" fmla="*/ 288806 w 601700"/>
                <a:gd name="connsiteY6" fmla="*/ 1743891 h 1890077"/>
                <a:gd name="connsiteX7" fmla="*/ 225593 w 601700"/>
                <a:gd name="connsiteY7" fmla="*/ 1890077 h 1890077"/>
                <a:gd name="connsiteX8" fmla="*/ 169632 w 601700"/>
                <a:gd name="connsiteY8" fmla="*/ 1773909 h 1890077"/>
                <a:gd name="connsiteX9" fmla="*/ 0 w 601700"/>
                <a:gd name="connsiteY9" fmla="*/ 933693 h 1890077"/>
                <a:gd name="connsiteX10" fmla="*/ 169632 w 601700"/>
                <a:gd name="connsiteY10" fmla="*/ 93477 h 1890077"/>
                <a:gd name="connsiteX11" fmla="*/ 201260 w 601700"/>
                <a:gd name="connsiteY11" fmla="*/ 27822 h 1890077"/>
                <a:gd name="connsiteX12" fmla="*/ 441143 w 601700"/>
                <a:gd name="connsiteY12" fmla="*/ 0 h 1890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1700" h="1890077">
                  <a:moveTo>
                    <a:pt x="441143" y="0"/>
                  </a:moveTo>
                  <a:lnTo>
                    <a:pt x="536850" y="221330"/>
                  </a:lnTo>
                  <a:lnTo>
                    <a:pt x="525932" y="243993"/>
                  </a:lnTo>
                  <a:cubicBezTo>
                    <a:pt x="436270" y="455979"/>
                    <a:pt x="386688" y="689046"/>
                    <a:pt x="386688" y="933693"/>
                  </a:cubicBezTo>
                  <a:cubicBezTo>
                    <a:pt x="386688" y="1239502"/>
                    <a:pt x="464159" y="1527217"/>
                    <a:pt x="600546" y="1778281"/>
                  </a:cubicBezTo>
                  <a:lnTo>
                    <a:pt x="601700" y="1780180"/>
                  </a:lnTo>
                  <a:lnTo>
                    <a:pt x="288806" y="1743891"/>
                  </a:lnTo>
                  <a:lnTo>
                    <a:pt x="225593" y="1890077"/>
                  </a:lnTo>
                  <a:lnTo>
                    <a:pt x="169632" y="1773909"/>
                  </a:lnTo>
                  <a:cubicBezTo>
                    <a:pt x="60402" y="1515661"/>
                    <a:pt x="0" y="1231731"/>
                    <a:pt x="0" y="933693"/>
                  </a:cubicBezTo>
                  <a:cubicBezTo>
                    <a:pt x="0" y="635656"/>
                    <a:pt x="60402" y="351726"/>
                    <a:pt x="169632" y="93477"/>
                  </a:cubicBezTo>
                  <a:lnTo>
                    <a:pt x="201260" y="27822"/>
                  </a:lnTo>
                  <a:lnTo>
                    <a:pt x="44114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0305707" y="2740699"/>
              <a:ext cx="568833" cy="1964042"/>
            </a:xfrm>
            <a:custGeom>
              <a:avLst/>
              <a:gdLst>
                <a:gd name="connsiteX0" fmla="*/ 375224 w 568833"/>
                <a:gd name="connsiteY0" fmla="*/ 0 h 1964042"/>
                <a:gd name="connsiteX1" fmla="*/ 399201 w 568833"/>
                <a:gd name="connsiteY1" fmla="*/ 49773 h 1964042"/>
                <a:gd name="connsiteX2" fmla="*/ 568833 w 568833"/>
                <a:gd name="connsiteY2" fmla="*/ 889989 h 1964042"/>
                <a:gd name="connsiteX3" fmla="*/ 308304 w 568833"/>
                <a:gd name="connsiteY3" fmla="*/ 1918896 h 1964042"/>
                <a:gd name="connsiteX4" fmla="*/ 292489 w 568833"/>
                <a:gd name="connsiteY4" fmla="*/ 1944929 h 1964042"/>
                <a:gd name="connsiteX5" fmla="*/ 127690 w 568833"/>
                <a:gd name="connsiteY5" fmla="*/ 1964042 h 1964042"/>
                <a:gd name="connsiteX6" fmla="*/ 0 w 568833"/>
                <a:gd name="connsiteY6" fmla="*/ 1668747 h 1964042"/>
                <a:gd name="connsiteX7" fmla="*/ 42901 w 568833"/>
                <a:gd name="connsiteY7" fmla="*/ 1579689 h 1964042"/>
                <a:gd name="connsiteX8" fmla="*/ 182145 w 568833"/>
                <a:gd name="connsiteY8" fmla="*/ 889989 h 1964042"/>
                <a:gd name="connsiteX9" fmla="*/ 42901 w 568833"/>
                <a:gd name="connsiteY9" fmla="*/ 200289 h 1964042"/>
                <a:gd name="connsiteX10" fmla="*/ 39004 w 568833"/>
                <a:gd name="connsiteY10" fmla="*/ 192198 h 1964042"/>
                <a:gd name="connsiteX11" fmla="*/ 280027 w 568833"/>
                <a:gd name="connsiteY11" fmla="*/ 220152 h 1964042"/>
                <a:gd name="connsiteX12" fmla="*/ 375224 w 568833"/>
                <a:gd name="connsiteY12" fmla="*/ 0 h 19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8833" h="1964042">
                  <a:moveTo>
                    <a:pt x="375224" y="0"/>
                  </a:moveTo>
                  <a:lnTo>
                    <a:pt x="399201" y="49773"/>
                  </a:lnTo>
                  <a:cubicBezTo>
                    <a:pt x="508431" y="308022"/>
                    <a:pt x="568833" y="591952"/>
                    <a:pt x="568833" y="889989"/>
                  </a:cubicBezTo>
                  <a:cubicBezTo>
                    <a:pt x="568833" y="1262536"/>
                    <a:pt x="474455" y="1613040"/>
                    <a:pt x="308304" y="1918896"/>
                  </a:cubicBezTo>
                  <a:lnTo>
                    <a:pt x="292489" y="1944929"/>
                  </a:lnTo>
                  <a:lnTo>
                    <a:pt x="127690" y="1964042"/>
                  </a:lnTo>
                  <a:lnTo>
                    <a:pt x="0" y="1668747"/>
                  </a:lnTo>
                  <a:lnTo>
                    <a:pt x="42901" y="1579689"/>
                  </a:lnTo>
                  <a:cubicBezTo>
                    <a:pt x="132564" y="1367703"/>
                    <a:pt x="182145" y="1134636"/>
                    <a:pt x="182145" y="889989"/>
                  </a:cubicBezTo>
                  <a:cubicBezTo>
                    <a:pt x="182145" y="645342"/>
                    <a:pt x="132564" y="412275"/>
                    <a:pt x="42901" y="200289"/>
                  </a:cubicBezTo>
                  <a:lnTo>
                    <a:pt x="39004" y="192198"/>
                  </a:lnTo>
                  <a:lnTo>
                    <a:pt x="280027" y="220152"/>
                  </a:lnTo>
                  <a:lnTo>
                    <a:pt x="375224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8705299" y="4651603"/>
              <a:ext cx="1728762" cy="1134598"/>
            </a:xfrm>
            <a:custGeom>
              <a:avLst/>
              <a:gdLst>
                <a:gd name="connsiteX0" fmla="*/ 1457333 w 1728762"/>
                <a:gd name="connsiteY0" fmla="*/ 0 h 1134598"/>
                <a:gd name="connsiteX1" fmla="*/ 1586421 w 1728762"/>
                <a:gd name="connsiteY1" fmla="*/ 298528 h 1134598"/>
                <a:gd name="connsiteX2" fmla="*/ 1728762 w 1728762"/>
                <a:gd name="connsiteY2" fmla="*/ 282020 h 1134598"/>
                <a:gd name="connsiteX3" fmla="*/ 1676325 w 1728762"/>
                <a:gd name="connsiteY3" fmla="*/ 352142 h 1134598"/>
                <a:gd name="connsiteX4" fmla="*/ 231363 w 1728762"/>
                <a:gd name="connsiteY4" fmla="*/ 1126519 h 1134598"/>
                <a:gd name="connsiteX5" fmla="*/ 71377 w 1728762"/>
                <a:gd name="connsiteY5" fmla="*/ 1134598 h 1134598"/>
                <a:gd name="connsiteX6" fmla="*/ 0 w 1728762"/>
                <a:gd name="connsiteY6" fmla="*/ 1038544 h 1134598"/>
                <a:gd name="connsiteX7" fmla="*/ 224152 w 1728762"/>
                <a:gd name="connsiteY7" fmla="*/ 736895 h 1134598"/>
                <a:gd name="connsiteX8" fmla="*/ 367759 w 1728762"/>
                <a:gd name="connsiteY8" fmla="*/ 714977 h 1134598"/>
                <a:gd name="connsiteX9" fmla="*/ 1377938 w 1728762"/>
                <a:gd name="connsiteY9" fmla="*/ 106172 h 1134598"/>
                <a:gd name="connsiteX10" fmla="*/ 1457333 w 1728762"/>
                <a:gd name="connsiteY10" fmla="*/ 0 h 1134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8762" h="1134598">
                  <a:moveTo>
                    <a:pt x="1457333" y="0"/>
                  </a:moveTo>
                  <a:lnTo>
                    <a:pt x="1586421" y="298528"/>
                  </a:lnTo>
                  <a:lnTo>
                    <a:pt x="1728762" y="282020"/>
                  </a:lnTo>
                  <a:lnTo>
                    <a:pt x="1676325" y="352142"/>
                  </a:lnTo>
                  <a:cubicBezTo>
                    <a:pt x="1324401" y="778576"/>
                    <a:pt x="811884" y="1067565"/>
                    <a:pt x="231363" y="1126519"/>
                  </a:cubicBezTo>
                  <a:lnTo>
                    <a:pt x="71377" y="1134598"/>
                  </a:lnTo>
                  <a:lnTo>
                    <a:pt x="0" y="1038544"/>
                  </a:lnTo>
                  <a:lnTo>
                    <a:pt x="224152" y="736895"/>
                  </a:lnTo>
                  <a:lnTo>
                    <a:pt x="367759" y="714977"/>
                  </a:lnTo>
                  <a:cubicBezTo>
                    <a:pt x="771469" y="632367"/>
                    <a:pt x="1125168" y="412460"/>
                    <a:pt x="1377938" y="106172"/>
                  </a:cubicBezTo>
                  <a:lnTo>
                    <a:pt x="145733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6923934" y="4686276"/>
              <a:ext cx="1714606" cy="1090480"/>
            </a:xfrm>
            <a:custGeom>
              <a:avLst/>
              <a:gdLst>
                <a:gd name="connsiteX0" fmla="*/ 63929 w 1714606"/>
                <a:gd name="connsiteY0" fmla="*/ 0 h 1090480"/>
                <a:gd name="connsiteX1" fmla="*/ 400470 w 1714606"/>
                <a:gd name="connsiteY1" fmla="*/ 39031 h 1090480"/>
                <a:gd name="connsiteX2" fmla="*/ 424749 w 1714606"/>
                <a:gd name="connsiteY2" fmla="*/ 71499 h 1090480"/>
                <a:gd name="connsiteX3" fmla="*/ 1610861 w 1714606"/>
                <a:gd name="connsiteY3" fmla="*/ 707155 h 1090480"/>
                <a:gd name="connsiteX4" fmla="*/ 1714606 w 1714606"/>
                <a:gd name="connsiteY4" fmla="*/ 712394 h 1090480"/>
                <a:gd name="connsiteX5" fmla="*/ 1498013 w 1714606"/>
                <a:gd name="connsiteY5" fmla="*/ 1003871 h 1090480"/>
                <a:gd name="connsiteX6" fmla="*/ 1562371 w 1714606"/>
                <a:gd name="connsiteY6" fmla="*/ 1090480 h 1090480"/>
                <a:gd name="connsiteX7" fmla="*/ 1356997 w 1714606"/>
                <a:gd name="connsiteY7" fmla="*/ 1059136 h 1090480"/>
                <a:gd name="connsiteX8" fmla="*/ 2098 w 1714606"/>
                <a:gd name="connsiteY8" fmla="*/ 151294 h 1090480"/>
                <a:gd name="connsiteX9" fmla="*/ 0 w 1714606"/>
                <a:gd name="connsiteY9" fmla="*/ 147841 h 1090480"/>
                <a:gd name="connsiteX10" fmla="*/ 63929 w 1714606"/>
                <a:gd name="connsiteY10" fmla="*/ 0 h 109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14606" h="1090480">
                  <a:moveTo>
                    <a:pt x="63929" y="0"/>
                  </a:moveTo>
                  <a:lnTo>
                    <a:pt x="400470" y="39031"/>
                  </a:lnTo>
                  <a:lnTo>
                    <a:pt x="424749" y="71499"/>
                  </a:lnTo>
                  <a:cubicBezTo>
                    <a:pt x="713630" y="421542"/>
                    <a:pt x="1134334" y="658761"/>
                    <a:pt x="1610861" y="707155"/>
                  </a:cubicBezTo>
                  <a:lnTo>
                    <a:pt x="1714606" y="712394"/>
                  </a:lnTo>
                  <a:lnTo>
                    <a:pt x="1498013" y="1003871"/>
                  </a:lnTo>
                  <a:lnTo>
                    <a:pt x="1562371" y="1090480"/>
                  </a:lnTo>
                  <a:lnTo>
                    <a:pt x="1356997" y="1059136"/>
                  </a:lnTo>
                  <a:cubicBezTo>
                    <a:pt x="794924" y="944120"/>
                    <a:pt x="312428" y="610643"/>
                    <a:pt x="2098" y="151294"/>
                  </a:cubicBezTo>
                  <a:lnTo>
                    <a:pt x="0" y="147841"/>
                  </a:lnTo>
                  <a:lnTo>
                    <a:pt x="63929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pic>
          <p:nvPicPr>
            <p:cNvPr id="75" name="图片 74"/>
            <p:cNvPicPr/>
            <p:nvPr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997859" y="1914103"/>
              <a:ext cx="3436202" cy="3436194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</p:spPr>
        </p:pic>
      </p:grpSp>
      <p:sp>
        <p:nvSpPr>
          <p:cNvPr id="128" name="椭圆 127"/>
          <p:cNvSpPr/>
          <p:nvPr/>
        </p:nvSpPr>
        <p:spPr>
          <a:xfrm flipH="1">
            <a:off x="7866207" y="3782603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168726" y="2207534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8337174" y="2607644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31" name="椭圆 130"/>
          <p:cNvSpPr/>
          <p:nvPr/>
        </p:nvSpPr>
        <p:spPr>
          <a:xfrm>
            <a:off x="5090303" y="5127247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666689" y="4024422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666689" y="4424532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666689" y="1702320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666689" y="2102430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40" name="椭圆 139"/>
          <p:cNvSpPr/>
          <p:nvPr/>
        </p:nvSpPr>
        <p:spPr>
          <a:xfrm>
            <a:off x="5090303" y="2002821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23</a:t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658590" y="5105036"/>
            <a:ext cx="4489470" cy="576042"/>
            <a:chOff x="658590" y="5105036"/>
            <a:chExt cx="4489470" cy="576042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928590" y="5645078"/>
              <a:ext cx="421946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/>
            <p:cNvSpPr/>
            <p:nvPr/>
          </p:nvSpPr>
          <p:spPr>
            <a:xfrm>
              <a:off x="658590" y="5609078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 flipH="1">
              <a:off x="5148059" y="5105036"/>
              <a:ext cx="1" cy="54004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>
            <a:off x="658590" y="1557275"/>
            <a:ext cx="4489468" cy="561055"/>
            <a:chOff x="658590" y="1557275"/>
            <a:chExt cx="4489468" cy="561055"/>
          </a:xfrm>
        </p:grpSpPr>
        <p:cxnSp>
          <p:nvCxnSpPr>
            <p:cNvPr id="58" name="直接连接符 57"/>
            <p:cNvCxnSpPr/>
            <p:nvPr/>
          </p:nvCxnSpPr>
          <p:spPr>
            <a:xfrm flipV="1">
              <a:off x="928590" y="1593275"/>
              <a:ext cx="421946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 flipV="1">
              <a:off x="658590" y="1557275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60" name="直接连接符 59"/>
            <p:cNvCxnSpPr>
              <a:stCxn id="65" idx="4"/>
            </p:cNvCxnSpPr>
            <p:nvPr/>
          </p:nvCxnSpPr>
          <p:spPr>
            <a:xfrm flipV="1">
              <a:off x="5148058" y="1585598"/>
              <a:ext cx="0" cy="53273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12.3</a:t>
            </a:r>
            <a:r>
              <a:rPr lang="zh-CN" altLang="en-US" dirty="0">
                <a:ea typeface="+mn-ea"/>
                <a:cs typeface="+mn-ea"/>
              </a:rPr>
              <a:t>✪流程</a:t>
            </a:r>
            <a:r>
              <a:rPr lang="en-US" altLang="zh-CN" dirty="0">
                <a:ea typeface="+mn-ea"/>
                <a:cs typeface="+mn-ea"/>
              </a:rPr>
              <a:t>&amp;</a:t>
            </a:r>
            <a:r>
              <a:rPr lang="zh-CN" altLang="en-US" dirty="0">
                <a:ea typeface="+mn-ea"/>
                <a:cs typeface="+mn-ea"/>
              </a:rPr>
              <a:t>时间轴</a:t>
            </a:r>
            <a:endParaRPr lang="en-US" altLang="zh-CN" dirty="0">
              <a:ea typeface="+mn-ea"/>
              <a:cs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7659358" y="3802953"/>
            <a:ext cx="3859542" cy="72000"/>
            <a:chOff x="7659358" y="3860735"/>
            <a:chExt cx="3859542" cy="72000"/>
          </a:xfrm>
        </p:grpSpPr>
        <p:cxnSp>
          <p:nvCxnSpPr>
            <p:cNvPr id="51" name="直接连接符 50"/>
            <p:cNvCxnSpPr/>
            <p:nvPr/>
          </p:nvCxnSpPr>
          <p:spPr>
            <a:xfrm flipH="1">
              <a:off x="7659358" y="3896735"/>
              <a:ext cx="3589542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 flipH="1">
              <a:off x="10978900" y="3860735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252744" y="1792854"/>
            <a:ext cx="3686512" cy="3678692"/>
            <a:chOff x="6557381" y="1478199"/>
            <a:chExt cx="4317159" cy="4308002"/>
          </a:xfrm>
        </p:grpSpPr>
        <p:pic>
          <p:nvPicPr>
            <p:cNvPr id="3" name="图片 2"/>
            <p:cNvPicPr/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7859" y="1914099"/>
              <a:ext cx="3436202" cy="3436202"/>
            </a:xfrm>
            <a:prstGeom prst="rect">
              <a:avLst/>
            </a:prstGeom>
          </p:spPr>
        </p:pic>
        <p:grpSp>
          <p:nvGrpSpPr>
            <p:cNvPr id="74" name="组合 73"/>
            <p:cNvGrpSpPr/>
            <p:nvPr/>
          </p:nvGrpSpPr>
          <p:grpSpPr>
            <a:xfrm>
              <a:off x="6557381" y="1478199"/>
              <a:ext cx="4317159" cy="4308002"/>
              <a:chOff x="1620902" y="1879981"/>
              <a:chExt cx="4317159" cy="4308002"/>
            </a:xfrm>
          </p:grpSpPr>
          <p:sp>
            <p:nvSpPr>
              <p:cNvPr id="76" name="任意多边形: 形状 75"/>
              <p:cNvSpPr/>
              <p:nvPr/>
            </p:nvSpPr>
            <p:spPr>
              <a:xfrm>
                <a:off x="3900064" y="1879981"/>
                <a:ext cx="1706900" cy="1237263"/>
              </a:xfrm>
              <a:custGeom>
                <a:avLst/>
                <a:gdLst>
                  <a:gd name="connsiteX0" fmla="*/ 0 w 1706900"/>
                  <a:gd name="connsiteY0" fmla="*/ 0 h 1237263"/>
                  <a:gd name="connsiteX1" fmla="*/ 100119 w 1706900"/>
                  <a:gd name="connsiteY1" fmla="*/ 5056 h 1237263"/>
                  <a:gd name="connsiteX2" fmla="*/ 1669345 w 1706900"/>
                  <a:gd name="connsiteY2" fmla="*/ 945608 h 1237263"/>
                  <a:gd name="connsiteX3" fmla="*/ 1706900 w 1706900"/>
                  <a:gd name="connsiteY3" fmla="*/ 1007425 h 1237263"/>
                  <a:gd name="connsiteX4" fmla="*/ 1607514 w 1706900"/>
                  <a:gd name="connsiteY4" fmla="*/ 1237263 h 1237263"/>
                  <a:gd name="connsiteX5" fmla="*/ 1378393 w 1706900"/>
                  <a:gd name="connsiteY5" fmla="*/ 1210690 h 1237263"/>
                  <a:gd name="connsiteX6" fmla="*/ 1348697 w 1706900"/>
                  <a:gd name="connsiteY6" fmla="*/ 1161809 h 1237263"/>
                  <a:gd name="connsiteX7" fmla="*/ 60582 w 1706900"/>
                  <a:gd name="connsiteY7" fmla="*/ 389747 h 1237263"/>
                  <a:gd name="connsiteX8" fmla="*/ 57365 w 1706900"/>
                  <a:gd name="connsiteY8" fmla="*/ 389585 h 1237263"/>
                  <a:gd name="connsiteX9" fmla="*/ 173430 w 1706900"/>
                  <a:gd name="connsiteY9" fmla="*/ 233391 h 1237263"/>
                  <a:gd name="connsiteX10" fmla="*/ 0 w 1706900"/>
                  <a:gd name="connsiteY10" fmla="*/ 0 h 1237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6900" h="1237263">
                    <a:moveTo>
                      <a:pt x="0" y="0"/>
                    </a:moveTo>
                    <a:lnTo>
                      <a:pt x="100119" y="5056"/>
                    </a:lnTo>
                    <a:cubicBezTo>
                      <a:pt x="753205" y="71380"/>
                      <a:pt x="1320224" y="428841"/>
                      <a:pt x="1669345" y="945608"/>
                    </a:cubicBezTo>
                    <a:lnTo>
                      <a:pt x="1706900" y="1007425"/>
                    </a:lnTo>
                    <a:lnTo>
                      <a:pt x="1607514" y="1237263"/>
                    </a:lnTo>
                    <a:lnTo>
                      <a:pt x="1378393" y="1210690"/>
                    </a:lnTo>
                    <a:lnTo>
                      <a:pt x="1348697" y="1161809"/>
                    </a:lnTo>
                    <a:cubicBezTo>
                      <a:pt x="1062117" y="737616"/>
                      <a:pt x="596675" y="444190"/>
                      <a:pt x="60582" y="389747"/>
                    </a:cubicBezTo>
                    <a:lnTo>
                      <a:pt x="57365" y="389585"/>
                    </a:lnTo>
                    <a:lnTo>
                      <a:pt x="173430" y="2333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1955152" y="1882035"/>
                <a:ext cx="1834991" cy="1183807"/>
              </a:xfrm>
              <a:custGeom>
                <a:avLst/>
                <a:gdLst>
                  <a:gd name="connsiteX0" fmla="*/ 1663087 w 1834991"/>
                  <a:gd name="connsiteY0" fmla="*/ 0 h 1183807"/>
                  <a:gd name="connsiteX1" fmla="*/ 1834991 w 1834991"/>
                  <a:gd name="connsiteY1" fmla="*/ 231337 h 1183807"/>
                  <a:gd name="connsiteX2" fmla="*/ 1721754 w 1834991"/>
                  <a:gd name="connsiteY2" fmla="*/ 383725 h 1183807"/>
                  <a:gd name="connsiteX3" fmla="*/ 1643165 w 1834991"/>
                  <a:gd name="connsiteY3" fmla="*/ 387693 h 1183807"/>
                  <a:gd name="connsiteX4" fmla="*/ 355050 w 1834991"/>
                  <a:gd name="connsiteY4" fmla="*/ 1159755 h 1183807"/>
                  <a:gd name="connsiteX5" fmla="*/ 340438 w 1834991"/>
                  <a:gd name="connsiteY5" fmla="*/ 1183807 h 1183807"/>
                  <a:gd name="connsiteX6" fmla="*/ 248570 w 1834991"/>
                  <a:gd name="connsiteY6" fmla="*/ 971353 h 1183807"/>
                  <a:gd name="connsiteX7" fmla="*/ 0 w 1834991"/>
                  <a:gd name="connsiteY7" fmla="*/ 1000182 h 1183807"/>
                  <a:gd name="connsiteX8" fmla="*/ 34402 w 1834991"/>
                  <a:gd name="connsiteY8" fmla="*/ 943554 h 1183807"/>
                  <a:gd name="connsiteX9" fmla="*/ 1603628 w 1834991"/>
                  <a:gd name="connsiteY9" fmla="*/ 3002 h 1183807"/>
                  <a:gd name="connsiteX10" fmla="*/ 1663087 w 1834991"/>
                  <a:gd name="connsiteY10" fmla="*/ 0 h 118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4991" h="1183807">
                    <a:moveTo>
                      <a:pt x="1663087" y="0"/>
                    </a:moveTo>
                    <a:lnTo>
                      <a:pt x="1834991" y="231337"/>
                    </a:lnTo>
                    <a:lnTo>
                      <a:pt x="1721754" y="383725"/>
                    </a:lnTo>
                    <a:lnTo>
                      <a:pt x="1643165" y="387693"/>
                    </a:lnTo>
                    <a:cubicBezTo>
                      <a:pt x="1107073" y="442136"/>
                      <a:pt x="641630" y="735562"/>
                      <a:pt x="355050" y="1159755"/>
                    </a:cubicBezTo>
                    <a:lnTo>
                      <a:pt x="340438" y="1183807"/>
                    </a:lnTo>
                    <a:lnTo>
                      <a:pt x="248570" y="971353"/>
                    </a:lnTo>
                    <a:lnTo>
                      <a:pt x="0" y="1000182"/>
                    </a:lnTo>
                    <a:lnTo>
                      <a:pt x="34402" y="943554"/>
                    </a:lnTo>
                    <a:cubicBezTo>
                      <a:pt x="383524" y="426787"/>
                      <a:pt x="950542" y="69326"/>
                      <a:pt x="1603628" y="3002"/>
                    </a:cubicBezTo>
                    <a:lnTo>
                      <a:pt x="1663087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1620902" y="3098778"/>
                <a:ext cx="601700" cy="1890077"/>
              </a:xfrm>
              <a:custGeom>
                <a:avLst/>
                <a:gdLst>
                  <a:gd name="connsiteX0" fmla="*/ 441143 w 601700"/>
                  <a:gd name="connsiteY0" fmla="*/ 0 h 1890077"/>
                  <a:gd name="connsiteX1" fmla="*/ 536850 w 601700"/>
                  <a:gd name="connsiteY1" fmla="*/ 221330 h 1890077"/>
                  <a:gd name="connsiteX2" fmla="*/ 525932 w 601700"/>
                  <a:gd name="connsiteY2" fmla="*/ 243993 h 1890077"/>
                  <a:gd name="connsiteX3" fmla="*/ 386688 w 601700"/>
                  <a:gd name="connsiteY3" fmla="*/ 933693 h 1890077"/>
                  <a:gd name="connsiteX4" fmla="*/ 600546 w 601700"/>
                  <a:gd name="connsiteY4" fmla="*/ 1778281 h 1890077"/>
                  <a:gd name="connsiteX5" fmla="*/ 601700 w 601700"/>
                  <a:gd name="connsiteY5" fmla="*/ 1780180 h 1890077"/>
                  <a:gd name="connsiteX6" fmla="*/ 288806 w 601700"/>
                  <a:gd name="connsiteY6" fmla="*/ 1743891 h 1890077"/>
                  <a:gd name="connsiteX7" fmla="*/ 225593 w 601700"/>
                  <a:gd name="connsiteY7" fmla="*/ 1890077 h 1890077"/>
                  <a:gd name="connsiteX8" fmla="*/ 169632 w 601700"/>
                  <a:gd name="connsiteY8" fmla="*/ 1773909 h 1890077"/>
                  <a:gd name="connsiteX9" fmla="*/ 0 w 601700"/>
                  <a:gd name="connsiteY9" fmla="*/ 933693 h 1890077"/>
                  <a:gd name="connsiteX10" fmla="*/ 169632 w 601700"/>
                  <a:gd name="connsiteY10" fmla="*/ 93477 h 1890077"/>
                  <a:gd name="connsiteX11" fmla="*/ 201260 w 601700"/>
                  <a:gd name="connsiteY11" fmla="*/ 27822 h 1890077"/>
                  <a:gd name="connsiteX12" fmla="*/ 441143 w 601700"/>
                  <a:gd name="connsiteY12" fmla="*/ 0 h 1890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1700" h="1890077">
                    <a:moveTo>
                      <a:pt x="441143" y="0"/>
                    </a:moveTo>
                    <a:lnTo>
                      <a:pt x="536850" y="221330"/>
                    </a:lnTo>
                    <a:lnTo>
                      <a:pt x="525932" y="243993"/>
                    </a:lnTo>
                    <a:cubicBezTo>
                      <a:pt x="436270" y="455979"/>
                      <a:pt x="386688" y="689046"/>
                      <a:pt x="386688" y="933693"/>
                    </a:cubicBezTo>
                    <a:cubicBezTo>
                      <a:pt x="386688" y="1239502"/>
                      <a:pt x="464159" y="1527217"/>
                      <a:pt x="600546" y="1778281"/>
                    </a:cubicBezTo>
                    <a:lnTo>
                      <a:pt x="601700" y="1780180"/>
                    </a:lnTo>
                    <a:lnTo>
                      <a:pt x="288806" y="1743891"/>
                    </a:lnTo>
                    <a:lnTo>
                      <a:pt x="225593" y="1890077"/>
                    </a:lnTo>
                    <a:lnTo>
                      <a:pt x="169632" y="1773909"/>
                    </a:lnTo>
                    <a:cubicBezTo>
                      <a:pt x="60402" y="1515661"/>
                      <a:pt x="0" y="1231731"/>
                      <a:pt x="0" y="933693"/>
                    </a:cubicBezTo>
                    <a:cubicBezTo>
                      <a:pt x="0" y="635656"/>
                      <a:pt x="60402" y="351726"/>
                      <a:pt x="169632" y="93477"/>
                    </a:cubicBezTo>
                    <a:lnTo>
                      <a:pt x="201260" y="27822"/>
                    </a:lnTo>
                    <a:lnTo>
                      <a:pt x="441143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5369228" y="3142481"/>
                <a:ext cx="568833" cy="1964042"/>
              </a:xfrm>
              <a:custGeom>
                <a:avLst/>
                <a:gdLst>
                  <a:gd name="connsiteX0" fmla="*/ 375224 w 568833"/>
                  <a:gd name="connsiteY0" fmla="*/ 0 h 1964042"/>
                  <a:gd name="connsiteX1" fmla="*/ 399201 w 568833"/>
                  <a:gd name="connsiteY1" fmla="*/ 49773 h 1964042"/>
                  <a:gd name="connsiteX2" fmla="*/ 568833 w 568833"/>
                  <a:gd name="connsiteY2" fmla="*/ 889989 h 1964042"/>
                  <a:gd name="connsiteX3" fmla="*/ 308304 w 568833"/>
                  <a:gd name="connsiteY3" fmla="*/ 1918896 h 1964042"/>
                  <a:gd name="connsiteX4" fmla="*/ 292489 w 568833"/>
                  <a:gd name="connsiteY4" fmla="*/ 1944929 h 1964042"/>
                  <a:gd name="connsiteX5" fmla="*/ 127690 w 568833"/>
                  <a:gd name="connsiteY5" fmla="*/ 1964042 h 1964042"/>
                  <a:gd name="connsiteX6" fmla="*/ 0 w 568833"/>
                  <a:gd name="connsiteY6" fmla="*/ 1668747 h 1964042"/>
                  <a:gd name="connsiteX7" fmla="*/ 42901 w 568833"/>
                  <a:gd name="connsiteY7" fmla="*/ 1579689 h 1964042"/>
                  <a:gd name="connsiteX8" fmla="*/ 182145 w 568833"/>
                  <a:gd name="connsiteY8" fmla="*/ 889989 h 1964042"/>
                  <a:gd name="connsiteX9" fmla="*/ 42901 w 568833"/>
                  <a:gd name="connsiteY9" fmla="*/ 200289 h 1964042"/>
                  <a:gd name="connsiteX10" fmla="*/ 39004 w 568833"/>
                  <a:gd name="connsiteY10" fmla="*/ 192198 h 1964042"/>
                  <a:gd name="connsiteX11" fmla="*/ 280027 w 568833"/>
                  <a:gd name="connsiteY11" fmla="*/ 220152 h 1964042"/>
                  <a:gd name="connsiteX12" fmla="*/ 375224 w 568833"/>
                  <a:gd name="connsiteY12" fmla="*/ 0 h 1964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8833" h="1964042">
                    <a:moveTo>
                      <a:pt x="375224" y="0"/>
                    </a:moveTo>
                    <a:lnTo>
                      <a:pt x="399201" y="49773"/>
                    </a:lnTo>
                    <a:cubicBezTo>
                      <a:pt x="508431" y="308022"/>
                      <a:pt x="568833" y="591952"/>
                      <a:pt x="568833" y="889989"/>
                    </a:cubicBezTo>
                    <a:cubicBezTo>
                      <a:pt x="568833" y="1262536"/>
                      <a:pt x="474455" y="1613040"/>
                      <a:pt x="308304" y="1918896"/>
                    </a:cubicBezTo>
                    <a:lnTo>
                      <a:pt x="292489" y="1944929"/>
                    </a:lnTo>
                    <a:lnTo>
                      <a:pt x="127690" y="1964042"/>
                    </a:lnTo>
                    <a:lnTo>
                      <a:pt x="0" y="1668747"/>
                    </a:lnTo>
                    <a:lnTo>
                      <a:pt x="42901" y="1579689"/>
                    </a:lnTo>
                    <a:cubicBezTo>
                      <a:pt x="132564" y="1367703"/>
                      <a:pt x="182145" y="1134636"/>
                      <a:pt x="182145" y="889989"/>
                    </a:cubicBezTo>
                    <a:cubicBezTo>
                      <a:pt x="182145" y="645342"/>
                      <a:pt x="132564" y="412275"/>
                      <a:pt x="42901" y="200289"/>
                    </a:cubicBezTo>
                    <a:lnTo>
                      <a:pt x="39004" y="192198"/>
                    </a:lnTo>
                    <a:lnTo>
                      <a:pt x="280027" y="220152"/>
                    </a:lnTo>
                    <a:lnTo>
                      <a:pt x="375224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768820" y="5053385"/>
                <a:ext cx="1728762" cy="1134598"/>
              </a:xfrm>
              <a:custGeom>
                <a:avLst/>
                <a:gdLst>
                  <a:gd name="connsiteX0" fmla="*/ 1457333 w 1728762"/>
                  <a:gd name="connsiteY0" fmla="*/ 0 h 1134598"/>
                  <a:gd name="connsiteX1" fmla="*/ 1586421 w 1728762"/>
                  <a:gd name="connsiteY1" fmla="*/ 298528 h 1134598"/>
                  <a:gd name="connsiteX2" fmla="*/ 1728762 w 1728762"/>
                  <a:gd name="connsiteY2" fmla="*/ 282020 h 1134598"/>
                  <a:gd name="connsiteX3" fmla="*/ 1676325 w 1728762"/>
                  <a:gd name="connsiteY3" fmla="*/ 352142 h 1134598"/>
                  <a:gd name="connsiteX4" fmla="*/ 231363 w 1728762"/>
                  <a:gd name="connsiteY4" fmla="*/ 1126519 h 1134598"/>
                  <a:gd name="connsiteX5" fmla="*/ 71377 w 1728762"/>
                  <a:gd name="connsiteY5" fmla="*/ 1134598 h 1134598"/>
                  <a:gd name="connsiteX6" fmla="*/ 0 w 1728762"/>
                  <a:gd name="connsiteY6" fmla="*/ 1038544 h 1134598"/>
                  <a:gd name="connsiteX7" fmla="*/ 224152 w 1728762"/>
                  <a:gd name="connsiteY7" fmla="*/ 736895 h 1134598"/>
                  <a:gd name="connsiteX8" fmla="*/ 367759 w 1728762"/>
                  <a:gd name="connsiteY8" fmla="*/ 714977 h 1134598"/>
                  <a:gd name="connsiteX9" fmla="*/ 1377938 w 1728762"/>
                  <a:gd name="connsiteY9" fmla="*/ 106172 h 1134598"/>
                  <a:gd name="connsiteX10" fmla="*/ 1457333 w 1728762"/>
                  <a:gd name="connsiteY10" fmla="*/ 0 h 113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28762" h="1134598">
                    <a:moveTo>
                      <a:pt x="1457333" y="0"/>
                    </a:moveTo>
                    <a:lnTo>
                      <a:pt x="1586421" y="298528"/>
                    </a:lnTo>
                    <a:lnTo>
                      <a:pt x="1728762" y="282020"/>
                    </a:lnTo>
                    <a:lnTo>
                      <a:pt x="1676325" y="352142"/>
                    </a:lnTo>
                    <a:cubicBezTo>
                      <a:pt x="1324401" y="778576"/>
                      <a:pt x="811884" y="1067565"/>
                      <a:pt x="231363" y="1126519"/>
                    </a:cubicBezTo>
                    <a:lnTo>
                      <a:pt x="71377" y="1134598"/>
                    </a:lnTo>
                    <a:lnTo>
                      <a:pt x="0" y="1038544"/>
                    </a:lnTo>
                    <a:lnTo>
                      <a:pt x="224152" y="736895"/>
                    </a:lnTo>
                    <a:lnTo>
                      <a:pt x="367759" y="714977"/>
                    </a:lnTo>
                    <a:cubicBezTo>
                      <a:pt x="771469" y="632367"/>
                      <a:pt x="1125168" y="412460"/>
                      <a:pt x="1377938" y="106172"/>
                    </a:cubicBezTo>
                    <a:lnTo>
                      <a:pt x="1457333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1987455" y="5088058"/>
                <a:ext cx="1714606" cy="1090480"/>
              </a:xfrm>
              <a:custGeom>
                <a:avLst/>
                <a:gdLst>
                  <a:gd name="connsiteX0" fmla="*/ 63929 w 1714606"/>
                  <a:gd name="connsiteY0" fmla="*/ 0 h 1090480"/>
                  <a:gd name="connsiteX1" fmla="*/ 400470 w 1714606"/>
                  <a:gd name="connsiteY1" fmla="*/ 39031 h 1090480"/>
                  <a:gd name="connsiteX2" fmla="*/ 424749 w 1714606"/>
                  <a:gd name="connsiteY2" fmla="*/ 71499 h 1090480"/>
                  <a:gd name="connsiteX3" fmla="*/ 1610861 w 1714606"/>
                  <a:gd name="connsiteY3" fmla="*/ 707155 h 1090480"/>
                  <a:gd name="connsiteX4" fmla="*/ 1714606 w 1714606"/>
                  <a:gd name="connsiteY4" fmla="*/ 712394 h 1090480"/>
                  <a:gd name="connsiteX5" fmla="*/ 1498013 w 1714606"/>
                  <a:gd name="connsiteY5" fmla="*/ 1003871 h 1090480"/>
                  <a:gd name="connsiteX6" fmla="*/ 1562371 w 1714606"/>
                  <a:gd name="connsiteY6" fmla="*/ 1090480 h 1090480"/>
                  <a:gd name="connsiteX7" fmla="*/ 1356997 w 1714606"/>
                  <a:gd name="connsiteY7" fmla="*/ 1059136 h 1090480"/>
                  <a:gd name="connsiteX8" fmla="*/ 2098 w 1714606"/>
                  <a:gd name="connsiteY8" fmla="*/ 151294 h 1090480"/>
                  <a:gd name="connsiteX9" fmla="*/ 0 w 1714606"/>
                  <a:gd name="connsiteY9" fmla="*/ 147841 h 1090480"/>
                  <a:gd name="connsiteX10" fmla="*/ 63929 w 1714606"/>
                  <a:gd name="connsiteY10" fmla="*/ 0 h 109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14606" h="1090480">
                    <a:moveTo>
                      <a:pt x="63929" y="0"/>
                    </a:moveTo>
                    <a:lnTo>
                      <a:pt x="400470" y="39031"/>
                    </a:lnTo>
                    <a:lnTo>
                      <a:pt x="424749" y="71499"/>
                    </a:lnTo>
                    <a:cubicBezTo>
                      <a:pt x="713630" y="421542"/>
                      <a:pt x="1134334" y="658761"/>
                      <a:pt x="1610861" y="707155"/>
                    </a:cubicBezTo>
                    <a:lnTo>
                      <a:pt x="1714606" y="712394"/>
                    </a:lnTo>
                    <a:lnTo>
                      <a:pt x="1498013" y="1003871"/>
                    </a:lnTo>
                    <a:lnTo>
                      <a:pt x="1562371" y="1090480"/>
                    </a:lnTo>
                    <a:lnTo>
                      <a:pt x="1356997" y="1059136"/>
                    </a:lnTo>
                    <a:cubicBezTo>
                      <a:pt x="794924" y="944120"/>
                      <a:pt x="312428" y="610643"/>
                      <a:pt x="2098" y="151294"/>
                    </a:cubicBezTo>
                    <a:lnTo>
                      <a:pt x="0" y="147841"/>
                    </a:lnTo>
                    <a:lnTo>
                      <a:pt x="63929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</p:grpSp>
      <p:sp>
        <p:nvSpPr>
          <p:cNvPr id="53" name="椭圆 52"/>
          <p:cNvSpPr/>
          <p:nvPr/>
        </p:nvSpPr>
        <p:spPr>
          <a:xfrm flipH="1">
            <a:off x="7866207" y="3782603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68726" y="2207534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8337174" y="2607644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56" name="椭圆 55"/>
          <p:cNvSpPr/>
          <p:nvPr/>
        </p:nvSpPr>
        <p:spPr>
          <a:xfrm>
            <a:off x="5090303" y="5127247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66689" y="4024422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66689" y="4424532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666689" y="1702320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666689" y="2102430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65" name="椭圆 64"/>
          <p:cNvSpPr/>
          <p:nvPr/>
        </p:nvSpPr>
        <p:spPr>
          <a:xfrm>
            <a:off x="5090303" y="2002821"/>
            <a:ext cx="115509" cy="1155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4627270" y="3892274"/>
            <a:ext cx="2924761" cy="177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32206" y="3892274"/>
            <a:ext cx="2924761" cy="177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3880" y="3892274"/>
            <a:ext cx="2924761" cy="177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pic>
        <p:nvPicPr>
          <p:cNvPr id="14" name="图片占位符 13" descr="图片包含 树, 户外, 植物, 地面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6" r="25266"/>
          <a:stretch>
            <a:fillRect/>
          </a:stretch>
        </p:blipFill>
        <p:spPr/>
      </p:pic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13</a:t>
            </a:r>
            <a:r>
              <a:rPr lang="zh-CN" altLang="en-US" dirty="0">
                <a:ea typeface="+mn-ea"/>
                <a:cs typeface="+mn-ea"/>
              </a:rPr>
              <a:t>✪图文并列</a:t>
            </a:r>
            <a:endParaRPr lang="en-US" altLang="zh-CN" dirty="0">
              <a:ea typeface="+mn-ea"/>
              <a:cs typeface="+mn-ea"/>
            </a:endParaRPr>
          </a:p>
        </p:txBody>
      </p:sp>
      <p:pic>
        <p:nvPicPr>
          <p:cNvPr id="22" name="图片占位符 21" descr="图片包含 树, 户外, 道路, 建筑物&#10;&#10;自动生成的说明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4" r="17074"/>
          <a:stretch>
            <a:fillRect/>
          </a:stretch>
        </p:blipFill>
        <p:spPr/>
      </p:pic>
      <p:pic>
        <p:nvPicPr>
          <p:cNvPr id="18" name="图片占位符 17" descr="图片包含 草, 建筑物, 户外, 绿色&#10;&#10;自动生成的说明"/>
          <p:cNvPicPr>
            <a:picLocks noGrp="1" noChangeAspect="1"/>
          </p:cNvPicPr>
          <p:nvPr>
            <p:ph type="pic" sz="quarter" idx="1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3" r="17343"/>
          <a:stretch>
            <a:fillRect/>
          </a:stretch>
        </p:blipFill>
        <p:spPr/>
      </p:pic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4748689" y="3648867"/>
            <a:ext cx="2681922" cy="39400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请输入你的标题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9"/>
          </p:nvPr>
        </p:nvSpPr>
        <p:spPr>
          <a:xfrm>
            <a:off x="8553625" y="3648867"/>
            <a:ext cx="2681922" cy="39400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当您单击设计并选择新的主题时，图片、图表将会更改以匹配新的主题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25</a:t>
            </a:fld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246271" y="1773554"/>
            <a:ext cx="2924761" cy="1846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17096" y="4262119"/>
            <a:ext cx="2924761" cy="1841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16933" y="347251"/>
            <a:ext cx="8920029" cy="401200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14✪</a:t>
            </a:r>
            <a:r>
              <a:rPr lang="zh-CN" altLang="en-US" dirty="0">
                <a:ea typeface="+mn-ea"/>
                <a:cs typeface="+mn-ea"/>
              </a:rPr>
              <a:t>图文并列</a:t>
            </a:r>
          </a:p>
        </p:txBody>
      </p:sp>
      <p:pic>
        <p:nvPicPr>
          <p:cNvPr id="11" name="图片占位符 10" descr="图片包含 树, 户外, 植物, 地面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4" r="20184"/>
          <a:stretch>
            <a:fillRect/>
          </a:stretch>
        </p:blipFill>
        <p:spPr/>
      </p:pic>
      <p:pic>
        <p:nvPicPr>
          <p:cNvPr id="13" name="图片占位符 12" descr="图片包含 树, 户外, 道路, 建筑物&#10;&#10;自动生成的说明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2" r="10272"/>
          <a:stretch>
            <a:fillRect/>
          </a:stretch>
        </p:blipFill>
        <p:spPr/>
      </p:pic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3246271" y="1535879"/>
            <a:ext cx="2793341" cy="46196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请输入你的标题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主题和样式也有助于文档保持协调。当您单击设计并选择新的主题时，图片、图表或图形将会更改以匹配新的主题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主题和样式也有助于文档保持协调。当您单击设计并选择新的主题时，图片、图表或图形将会更改以匹配新的主题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26</a:t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5469588" y="4729952"/>
            <a:ext cx="2539790" cy="191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705150" y="4729952"/>
            <a:ext cx="2539790" cy="191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705150" y="2842259"/>
            <a:ext cx="2539790" cy="191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69588" y="2842259"/>
            <a:ext cx="2539790" cy="1914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pic>
        <p:nvPicPr>
          <p:cNvPr id="27" name="图片占位符 26" descr="图片包含 草, 建筑物, 户外, 绿色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7" r="10317"/>
          <a:stretch>
            <a:fillRect/>
          </a:stretch>
        </p:blipFill>
        <p:spPr/>
      </p:pic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请输入你的章节标题→图示✪</a:t>
            </a:r>
            <a:r>
              <a:rPr lang="en-US" altLang="zh-CN" dirty="0"/>
              <a:t>15✪</a:t>
            </a:r>
            <a:r>
              <a:rPr lang="zh-CN" altLang="en-US" dirty="0"/>
              <a:t>图文并列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请输入你的标题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请输入你的标题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请输入你的标题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主题和样式也有助于文档保持协调。当您单击设计并选择新的主题时，图片、图表或 </a:t>
            </a:r>
            <a:r>
              <a:rPr lang="en-US" altLang="zh-CN" dirty="0"/>
              <a:t>SmartArt </a:t>
            </a:r>
            <a:r>
              <a:rPr lang="zh-CN" altLang="en-US" dirty="0"/>
              <a:t>图形将会更改以匹配新的主题。当应用样式时，您的标题会进行更改以匹配新的主题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27</a:t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 descr="图片包含 树, 户外, 植物, 地面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2" r="17072"/>
          <a:stretch>
            <a:fillRect/>
          </a:stretch>
        </p:blipFill>
        <p:spPr/>
      </p:pic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请输入你的章节标题→图示✪</a:t>
            </a:r>
            <a:r>
              <a:rPr lang="en-US" altLang="zh-CN" dirty="0"/>
              <a:t>16✪</a:t>
            </a:r>
            <a:r>
              <a:rPr lang="zh-CN" altLang="en-US" dirty="0"/>
              <a:t>图文并列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请输入你的标题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当您单击设计并选择新的主题时，图片、图表将会更改以匹配新的主题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当您单击设计并选择新的主题时，图片、图表将会更改以匹配新的主题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当您单击设计并选择新的主题时，图片、图表将会更改以匹配新的主题</a:t>
            </a:r>
          </a:p>
        </p:txBody>
      </p:sp>
      <p:sp>
        <p:nvSpPr>
          <p:cNvPr id="12" name="矩形 11"/>
          <p:cNvSpPr/>
          <p:nvPr/>
        </p:nvSpPr>
        <p:spPr>
          <a:xfrm>
            <a:off x="7031469" y="2934221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1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31469" y="3992195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31469" y="5050169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3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占位符 23" descr="图片包含 天空, 户外, 水, 建筑物&#10;&#10;自动生成的说明"/>
          <p:cNvPicPr>
            <a:picLocks noGrp="1" noChangeAspect="1"/>
          </p:cNvPicPr>
          <p:nvPr>
            <p:ph type="pic" sz="quarter" idx="27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6" r="18776"/>
          <a:stretch>
            <a:fillRect/>
          </a:stretch>
        </p:blipFill>
        <p:spPr/>
      </p:pic>
      <p:pic>
        <p:nvPicPr>
          <p:cNvPr id="26" name="图片占位符 25" descr="图片包含 树, 户外, 植物, 地面&#10;&#10;自动生成的说明"/>
          <p:cNvPicPr>
            <a:picLocks noGrp="1" noChangeAspect="1"/>
          </p:cNvPicPr>
          <p:nvPr>
            <p:ph type="pic" sz="quarter" idx="2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1" r="17091"/>
          <a:stretch>
            <a:fillRect/>
          </a:stretch>
        </p:blipFill>
        <p:spPr/>
      </p:pic>
      <p:pic>
        <p:nvPicPr>
          <p:cNvPr id="28" name="图片占位符 27" descr="图片包含 树, 户外, 建筑物, 天空&#10;&#10;自动生成的说明"/>
          <p:cNvPicPr>
            <a:picLocks noGrp="1" noChangeAspect="1"/>
          </p:cNvPicPr>
          <p:nvPr>
            <p:ph type="pic" sz="quarter" idx="29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" r="6357"/>
          <a:stretch>
            <a:fillRect/>
          </a:stretch>
        </p:blipFill>
        <p:spPr/>
      </p:pic>
      <p:pic>
        <p:nvPicPr>
          <p:cNvPr id="30" name="图片占位符 29" descr="图片包含 草, 建筑物, 户外, 绿色&#10;&#10;自动生成的说明"/>
          <p:cNvPicPr>
            <a:picLocks noGrp="1" noChangeAspect="1"/>
          </p:cNvPicPr>
          <p:nvPr>
            <p:ph type="pic" sz="quarter" idx="3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8" r="6518"/>
          <a:stretch>
            <a:fillRect/>
          </a:stretch>
        </p:blipFill>
        <p:spPr/>
      </p:pic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请输入你的章节标题→图示✪</a:t>
            </a:r>
            <a:r>
              <a:rPr lang="en-US" altLang="zh-CN" dirty="0"/>
              <a:t>17✪</a:t>
            </a:r>
            <a:r>
              <a:rPr lang="zh-CN" altLang="en-US" dirty="0"/>
              <a:t>图文并列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当您单击设计并选择新的主题时，图片、图表将会更改以匹配新的主题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当您单击设计并选择新的主题时，图片、图表将会更改以匹配新的主题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当您单击设计并选择新的主题时，图片、图表将会更改以匹配新的主题</a:t>
            </a:r>
          </a:p>
        </p:txBody>
      </p:sp>
      <p:sp>
        <p:nvSpPr>
          <p:cNvPr id="19" name="矩形 18"/>
          <p:cNvSpPr/>
          <p:nvPr/>
        </p:nvSpPr>
        <p:spPr>
          <a:xfrm>
            <a:off x="7031469" y="2934221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1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031469" y="3992195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031469" y="5050169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3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4826105" y="5522594"/>
            <a:ext cx="2539790" cy="1941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979110" y="4457084"/>
            <a:ext cx="2539790" cy="237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0400" y="4457084"/>
            <a:ext cx="2539790" cy="237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18✪</a:t>
            </a:r>
            <a:r>
              <a:rPr lang="zh-CN" altLang="en-US" dirty="0">
                <a:ea typeface="+mn-ea"/>
                <a:cs typeface="+mn-ea"/>
              </a:rPr>
              <a:t>层次关系</a:t>
            </a:r>
          </a:p>
        </p:txBody>
      </p:sp>
      <p:pic>
        <p:nvPicPr>
          <p:cNvPr id="16" name="图片 15"/>
          <p:cNvPicPr/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8440" y="891598"/>
            <a:ext cx="3565494" cy="3565486"/>
          </a:xfrm>
          <a:custGeom>
            <a:avLst/>
            <a:gdLst>
              <a:gd name="connsiteX0" fmla="*/ 1026607 w 2053214"/>
              <a:gd name="connsiteY0" fmla="*/ 0 h 2053210"/>
              <a:gd name="connsiteX1" fmla="*/ 2053214 w 2053214"/>
              <a:gd name="connsiteY1" fmla="*/ 1026605 h 2053210"/>
              <a:gd name="connsiteX2" fmla="*/ 1026607 w 2053214"/>
              <a:gd name="connsiteY2" fmla="*/ 2053210 h 2053210"/>
              <a:gd name="connsiteX3" fmla="*/ 0 w 2053214"/>
              <a:gd name="connsiteY3" fmla="*/ 1026605 h 2053210"/>
              <a:gd name="connsiteX4" fmla="*/ 1026607 w 2053214"/>
              <a:gd name="connsiteY4" fmla="*/ 0 h 205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14" h="2053210">
                <a:moveTo>
                  <a:pt x="1026607" y="0"/>
                </a:moveTo>
                <a:cubicBezTo>
                  <a:pt x="1593586" y="0"/>
                  <a:pt x="2053214" y="459627"/>
                  <a:pt x="2053214" y="1026605"/>
                </a:cubicBezTo>
                <a:cubicBezTo>
                  <a:pt x="2053214" y="1593583"/>
                  <a:pt x="1593586" y="2053210"/>
                  <a:pt x="1026607" y="2053210"/>
                </a:cubicBezTo>
                <a:cubicBezTo>
                  <a:pt x="459628" y="2053210"/>
                  <a:pt x="0" y="1593583"/>
                  <a:pt x="0" y="1026605"/>
                </a:cubicBezTo>
                <a:cubicBezTo>
                  <a:pt x="0" y="459627"/>
                  <a:pt x="459628" y="0"/>
                  <a:pt x="1026607" y="0"/>
                </a:cubicBezTo>
                <a:close/>
              </a:path>
            </a:pathLst>
          </a:custGeom>
          <a:scene3d>
            <a:camera prst="perspectiveRelaxedModerately" fov="4200000"/>
            <a:lightRig rig="threePt" dir="t"/>
          </a:scene3d>
        </p:spPr>
      </p:pic>
      <p:sp>
        <p:nvSpPr>
          <p:cNvPr id="7" name="文本框 6"/>
          <p:cNvSpPr txBox="1"/>
          <p:nvPr/>
        </p:nvSpPr>
        <p:spPr>
          <a:xfrm>
            <a:off x="660400" y="4257029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0400" y="4657139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2" name="椭圆 1"/>
          <p:cNvSpPr/>
          <p:nvPr/>
        </p:nvSpPr>
        <p:spPr>
          <a:xfrm>
            <a:off x="4151207" y="858208"/>
            <a:ext cx="3889586" cy="3889578"/>
          </a:xfrm>
          <a:prstGeom prst="ellipse">
            <a:avLst/>
          </a:prstGeom>
          <a:noFill/>
          <a:ln w="19050" cmpd="sng"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79000">
                  <a:schemeClr val="bg1">
                    <a:lumMod val="50000"/>
                  </a:schemeClr>
                </a:gs>
                <a:gs pos="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  <a:scene3d>
            <a:camera prst="perspectiveRelaxedModerately" fov="4200000"/>
            <a:lightRig rig="threePt" dir="t">
              <a:rot lat="0" lon="0" rev="1200000"/>
            </a:lightRig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 rot="465899">
            <a:off x="3101734" y="3675409"/>
            <a:ext cx="945614" cy="685125"/>
            <a:chOff x="3317535" y="3859530"/>
            <a:chExt cx="945614" cy="685125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3367432" y="3909427"/>
              <a:ext cx="845820" cy="58533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4163355" y="3859530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317535" y="4444861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932370" y="5316632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252533" y="5716742"/>
            <a:ext cx="3686934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168726" y="4257029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337174" y="4657139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6046103" y="4651642"/>
            <a:ext cx="99794" cy="595131"/>
            <a:chOff x="6042928" y="4651642"/>
            <a:chExt cx="99794" cy="595131"/>
          </a:xfrm>
        </p:grpSpPr>
        <p:sp>
          <p:nvSpPr>
            <p:cNvPr id="35" name="椭圆 34"/>
            <p:cNvSpPr/>
            <p:nvPr/>
          </p:nvSpPr>
          <p:spPr>
            <a:xfrm rot="3272921" flipH="1">
              <a:off x="6042928" y="4651642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 rot="3272921" flipH="1">
              <a:off x="6042928" y="5146979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6092825" y="4701540"/>
              <a:ext cx="0" cy="493104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 rot="21134101" flipH="1">
            <a:off x="8144651" y="3675408"/>
            <a:ext cx="945614" cy="685125"/>
            <a:chOff x="3317535" y="3859530"/>
            <a:chExt cx="945614" cy="685125"/>
          </a:xfrm>
        </p:grpSpPr>
        <p:cxnSp>
          <p:nvCxnSpPr>
            <p:cNvPr id="47" name="直接连接符 46"/>
            <p:cNvCxnSpPr/>
            <p:nvPr/>
          </p:nvCxnSpPr>
          <p:spPr>
            <a:xfrm flipH="1">
              <a:off x="3367432" y="3909427"/>
              <a:ext cx="845820" cy="58533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>
            <a:xfrm>
              <a:off x="4163355" y="3859530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3317535" y="4444861"/>
              <a:ext cx="99794" cy="9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30</a:t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spcBef>
                <a:spcPts val="0"/>
              </a:spcBef>
              <a:defRPr/>
            </a:pPr>
            <a:r>
              <a:rPr lang="zh-CN" altLang="en-US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空位检测与</a:t>
            </a:r>
            <a:r>
              <a:rPr lang="en-US" altLang="zh-CN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3D</a:t>
            </a:r>
            <a:r>
              <a:rPr lang="zh-CN" altLang="en-US" dirty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定位</a:t>
            </a:r>
            <a:endParaRPr lang="zh-CN" altLang="en-US" spc="0" dirty="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>
                    <a:lumMod val="75000"/>
                  </a:prstClr>
                </a:solidFill>
                <a:cs typeface="+mn-ea"/>
              </a:rPr>
              <a:t>Research Analysis And Results </a:t>
            </a:r>
            <a:endParaRPr lang="en-US" altLang="zh-CN" sz="1000" dirty="0">
              <a:solidFill>
                <a:prstClr val="white">
                  <a:lumMod val="75000"/>
                </a:prstClr>
              </a:solidFill>
              <a:cs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4798" t="13433" r="24798" b="26261"/>
          <a:stretch>
            <a:fillRect/>
          </a:stretch>
        </p:blipFill>
        <p:spPr>
          <a:xfrm>
            <a:off x="1132586" y="1337624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空位检测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195EBB-E527-9F5B-928E-DA764B6E3DF8}"/>
              </a:ext>
            </a:extLst>
          </p:cNvPr>
          <p:cNvSpPr/>
          <p:nvPr/>
        </p:nvSpPr>
        <p:spPr>
          <a:xfrm>
            <a:off x="321200" y="1648441"/>
            <a:ext cx="5573104" cy="440836"/>
          </a:xfrm>
          <a:prstGeom prst="roundRect">
            <a:avLst>
              <a:gd name="adj" fmla="val 20000"/>
            </a:avLst>
          </a:prstGeom>
          <a:solidFill>
            <a:srgbClr val="445437"/>
          </a:solidFill>
          <a:ln w="4080" cap="flat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输入：Shelf 层区域 + 已知物体框 + 未知障碍框</a:t>
            </a:r>
          </a:p>
          <a:p>
            <a:pPr algn="ctr"/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6F4AA5A-B7E9-65A4-837E-C3C5D4FB4623}"/>
              </a:ext>
            </a:extLst>
          </p:cNvPr>
          <p:cNvSpPr/>
          <p:nvPr/>
        </p:nvSpPr>
        <p:spPr>
          <a:xfrm>
            <a:off x="1390984" y="2433116"/>
            <a:ext cx="3433538" cy="440837"/>
          </a:xfrm>
          <a:prstGeom prst="roundRect">
            <a:avLst>
              <a:gd name="adj" fmla="val 21333"/>
            </a:avLst>
          </a:prstGeom>
          <a:solidFill>
            <a:srgbClr val="445437"/>
          </a:solidFill>
          <a:ln w="4080" cap="flat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物体/障碍框安全膨胀</a:t>
            </a:r>
          </a:p>
          <a:p>
            <a:pPr algn="ctr"/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4943B68-B809-00B6-C5A4-6ABEE640E3EA}"/>
              </a:ext>
            </a:extLst>
          </p:cNvPr>
          <p:cNvSpPr/>
          <p:nvPr/>
        </p:nvSpPr>
        <p:spPr>
          <a:xfrm>
            <a:off x="1390984" y="3266291"/>
            <a:ext cx="3433538" cy="440838"/>
          </a:xfrm>
          <a:prstGeom prst="roundRect">
            <a:avLst>
              <a:gd name="adj" fmla="val 21333"/>
            </a:avLst>
          </a:prstGeom>
          <a:solidFill>
            <a:srgbClr val="445437"/>
          </a:solidFill>
          <a:ln w="4080" cap="flat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投影到当前层的横向占用列</a:t>
            </a:r>
          </a:p>
          <a:p>
            <a:pPr algn="ctr"/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1D597D45-833C-8A55-7195-72B61884B211}"/>
              </a:ext>
            </a:extLst>
          </p:cNvPr>
          <p:cNvSpPr/>
          <p:nvPr/>
        </p:nvSpPr>
        <p:spPr>
          <a:xfrm>
            <a:off x="1390984" y="4075218"/>
            <a:ext cx="3433538" cy="440837"/>
          </a:xfrm>
          <a:prstGeom prst="roundRect">
            <a:avLst>
              <a:gd name="adj" fmla="val 21333"/>
            </a:avLst>
          </a:prstGeom>
          <a:solidFill>
            <a:srgbClr val="445437"/>
          </a:solidFill>
          <a:ln w="4080" cap="flat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扫描连续空闲列</a:t>
            </a:r>
          </a:p>
          <a:p>
            <a:pPr algn="ctr"/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F3606F5-1080-D9E2-8DF4-B368F91306C4}"/>
              </a:ext>
            </a:extLst>
          </p:cNvPr>
          <p:cNvSpPr/>
          <p:nvPr/>
        </p:nvSpPr>
        <p:spPr>
          <a:xfrm>
            <a:off x="755947" y="4895966"/>
            <a:ext cx="4703611" cy="440836"/>
          </a:xfrm>
          <a:prstGeom prst="roundRect">
            <a:avLst>
              <a:gd name="adj" fmla="val 21333"/>
            </a:avLst>
          </a:prstGeom>
          <a:solidFill>
            <a:srgbClr val="445437"/>
          </a:solidFill>
          <a:ln w="4080" cap="flat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结合物理尺寸阈值</a:t>
            </a:r>
            <a:r>
              <a:rPr lang="zh-CN" altLang="en-US" b="1" dirty="0">
                <a:solidFill>
                  <a:schemeClr val="bg1"/>
                </a:solidFill>
              </a:rPr>
              <a:t>筛选空位</a:t>
            </a:r>
            <a:endParaRPr lang="zh-CN" altLang="zh-CN" b="1" dirty="0">
              <a:solidFill>
                <a:schemeClr val="bg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89CBF89-E0A7-D168-FE08-EB80A5C36C5B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3107752" y="2089277"/>
            <a:ext cx="1" cy="343839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5E6E675-EA43-F8FF-8995-37DFF25AE03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107753" y="2873953"/>
            <a:ext cx="0" cy="392338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90FDFE5-8B87-FF1F-72E6-EFD760AD417F}"/>
              </a:ext>
            </a:extLst>
          </p:cNvPr>
          <p:cNvCxnSpPr>
            <a:cxnSpLocks/>
            <a:stCxn id="27" idx="2"/>
            <a:endCxn id="50" idx="0"/>
          </p:cNvCxnSpPr>
          <p:nvPr/>
        </p:nvCxnSpPr>
        <p:spPr>
          <a:xfrm>
            <a:off x="3107753" y="3707129"/>
            <a:ext cx="0" cy="368089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5CFB309F-F961-8A38-2F48-14C22C6EA1CE}"/>
              </a:ext>
            </a:extLst>
          </p:cNvPr>
          <p:cNvCxnSpPr>
            <a:cxnSpLocks/>
            <a:stCxn id="50" idx="2"/>
            <a:endCxn id="58" idx="0"/>
          </p:cNvCxnSpPr>
          <p:nvPr/>
        </p:nvCxnSpPr>
        <p:spPr>
          <a:xfrm>
            <a:off x="3107753" y="4516055"/>
            <a:ext cx="0" cy="379911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rcRect l="27286" r="27804" b="67858"/>
          <a:stretch>
            <a:fillRect/>
          </a:stretch>
        </p:blipFill>
        <p:spPr>
          <a:xfrm>
            <a:off x="0" y="1268798"/>
            <a:ext cx="12192000" cy="5574893"/>
          </a:xfrm>
          <a:custGeom>
            <a:avLst/>
            <a:gdLst>
              <a:gd name="connsiteX0" fmla="*/ 0 w 12192000"/>
              <a:gd name="connsiteY0" fmla="*/ 0 h 5574893"/>
              <a:gd name="connsiteX1" fmla="*/ 12192000 w 12192000"/>
              <a:gd name="connsiteY1" fmla="*/ 0 h 5574893"/>
              <a:gd name="connsiteX2" fmla="*/ 12192000 w 12192000"/>
              <a:gd name="connsiteY2" fmla="*/ 5574893 h 5574893"/>
              <a:gd name="connsiteX3" fmla="*/ 0 w 12192000"/>
              <a:gd name="connsiteY3" fmla="*/ 5574893 h 557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574893">
                <a:moveTo>
                  <a:pt x="0" y="0"/>
                </a:moveTo>
                <a:lnTo>
                  <a:pt x="12192000" y="0"/>
                </a:lnTo>
                <a:lnTo>
                  <a:pt x="12192000" y="5574893"/>
                </a:lnTo>
                <a:lnTo>
                  <a:pt x="0" y="5574893"/>
                </a:lnTo>
                <a:close/>
              </a:path>
            </a:pathLst>
          </a:cu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4"/>
          <a:srcRect b="53743"/>
          <a:stretch>
            <a:fillRect/>
          </a:stretch>
        </p:blipFill>
        <p:spPr>
          <a:xfrm>
            <a:off x="965772" y="3798239"/>
            <a:ext cx="10260457" cy="3059761"/>
          </a:xfrm>
          <a:custGeom>
            <a:avLst/>
            <a:gdLst>
              <a:gd name="connsiteX0" fmla="*/ 0 w 10260457"/>
              <a:gd name="connsiteY0" fmla="*/ 0 h 3059761"/>
              <a:gd name="connsiteX1" fmla="*/ 10260457 w 10260457"/>
              <a:gd name="connsiteY1" fmla="*/ 0 h 3059761"/>
              <a:gd name="connsiteX2" fmla="*/ 10260457 w 10260457"/>
              <a:gd name="connsiteY2" fmla="*/ 3059761 h 3059761"/>
              <a:gd name="connsiteX3" fmla="*/ 0 w 10260457"/>
              <a:gd name="connsiteY3" fmla="*/ 3059761 h 3059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0457" h="3059761">
                <a:moveTo>
                  <a:pt x="0" y="0"/>
                </a:moveTo>
                <a:lnTo>
                  <a:pt x="10260457" y="0"/>
                </a:lnTo>
                <a:lnTo>
                  <a:pt x="10260457" y="3059761"/>
                </a:lnTo>
                <a:lnTo>
                  <a:pt x="0" y="3059761"/>
                </a:lnTo>
                <a:close/>
              </a:path>
            </a:pathLst>
          </a:custGeom>
        </p:spPr>
      </p:pic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空位检测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678734" y="3265416"/>
            <a:ext cx="850082" cy="850082"/>
            <a:chOff x="5678734" y="3265416"/>
            <a:chExt cx="850082" cy="850082"/>
          </a:xfrm>
        </p:grpSpPr>
        <p:sp>
          <p:nvSpPr>
            <p:cNvPr id="64" name="íṥļîḓê"/>
            <p:cNvSpPr/>
            <p:nvPr/>
          </p:nvSpPr>
          <p:spPr>
            <a:xfrm>
              <a:off x="5678734" y="3265416"/>
              <a:ext cx="850082" cy="85008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65" name="íṥlíḓê"/>
            <p:cNvSpPr/>
            <p:nvPr/>
          </p:nvSpPr>
          <p:spPr>
            <a:xfrm>
              <a:off x="5730548" y="3317354"/>
              <a:ext cx="746455" cy="74645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66" name="ïśļiḑé"/>
            <p:cNvSpPr/>
            <p:nvPr/>
          </p:nvSpPr>
          <p:spPr>
            <a:xfrm>
              <a:off x="5879268" y="3461026"/>
              <a:ext cx="449014" cy="459108"/>
            </a:xfrm>
            <a:custGeom>
              <a:avLst/>
              <a:gdLst>
                <a:gd name="connsiteX0" fmla="*/ 213146 w 589931"/>
                <a:gd name="connsiteY0" fmla="*/ 526615 h 603193"/>
                <a:gd name="connsiteX1" fmla="*/ 213146 w 589931"/>
                <a:gd name="connsiteY1" fmla="*/ 585675 h 603193"/>
                <a:gd name="connsiteX2" fmla="*/ 400206 w 589931"/>
                <a:gd name="connsiteY2" fmla="*/ 585675 h 603193"/>
                <a:gd name="connsiteX3" fmla="*/ 400206 w 589931"/>
                <a:gd name="connsiteY3" fmla="*/ 526615 h 603193"/>
                <a:gd name="connsiteX4" fmla="*/ 175558 w 589931"/>
                <a:gd name="connsiteY4" fmla="*/ 332292 h 603193"/>
                <a:gd name="connsiteX5" fmla="*/ 352470 w 589931"/>
                <a:gd name="connsiteY5" fmla="*/ 509097 h 603193"/>
                <a:gd name="connsiteX6" fmla="*/ 417747 w 589931"/>
                <a:gd name="connsiteY6" fmla="*/ 509097 h 603193"/>
                <a:gd name="connsiteX7" fmla="*/ 417747 w 589931"/>
                <a:gd name="connsiteY7" fmla="*/ 603193 h 603193"/>
                <a:gd name="connsiteX8" fmla="*/ 195605 w 589931"/>
                <a:gd name="connsiteY8" fmla="*/ 603193 h 603193"/>
                <a:gd name="connsiteX9" fmla="*/ 195605 w 589931"/>
                <a:gd name="connsiteY9" fmla="*/ 509097 h 603193"/>
                <a:gd name="connsiteX10" fmla="*/ 204250 w 589931"/>
                <a:gd name="connsiteY10" fmla="*/ 509097 h 603193"/>
                <a:gd name="connsiteX11" fmla="*/ 100132 w 589931"/>
                <a:gd name="connsiteY11" fmla="*/ 405116 h 603193"/>
                <a:gd name="connsiteX12" fmla="*/ 149748 w 589931"/>
                <a:gd name="connsiteY12" fmla="*/ 378589 h 603193"/>
                <a:gd name="connsiteX13" fmla="*/ 175558 w 589931"/>
                <a:gd name="connsiteY13" fmla="*/ 332292 h 603193"/>
                <a:gd name="connsiteX14" fmla="*/ 85031 w 589931"/>
                <a:gd name="connsiteY14" fmla="*/ 272382 h 603193"/>
                <a:gd name="connsiteX15" fmla="*/ 118832 w 589931"/>
                <a:gd name="connsiteY15" fmla="*/ 306042 h 603193"/>
                <a:gd name="connsiteX16" fmla="*/ 85031 w 589931"/>
                <a:gd name="connsiteY16" fmla="*/ 339702 h 603193"/>
                <a:gd name="connsiteX17" fmla="*/ 51230 w 589931"/>
                <a:gd name="connsiteY17" fmla="*/ 306042 h 603193"/>
                <a:gd name="connsiteX18" fmla="*/ 85031 w 589931"/>
                <a:gd name="connsiteY18" fmla="*/ 272382 h 603193"/>
                <a:gd name="connsiteX19" fmla="*/ 85102 w 589931"/>
                <a:gd name="connsiteY19" fmla="*/ 242228 h 603193"/>
                <a:gd name="connsiteX20" fmla="*/ 21181 w 589931"/>
                <a:gd name="connsiteY20" fmla="*/ 306042 h 603193"/>
                <a:gd name="connsiteX21" fmla="*/ 85102 w 589931"/>
                <a:gd name="connsiteY21" fmla="*/ 369731 h 603193"/>
                <a:gd name="connsiteX22" fmla="*/ 148897 w 589931"/>
                <a:gd name="connsiteY22" fmla="*/ 306042 h 603193"/>
                <a:gd name="connsiteX23" fmla="*/ 85102 w 589931"/>
                <a:gd name="connsiteY23" fmla="*/ 242228 h 603193"/>
                <a:gd name="connsiteX24" fmla="*/ 85102 w 589931"/>
                <a:gd name="connsiteY24" fmla="*/ 221081 h 603193"/>
                <a:gd name="connsiteX25" fmla="*/ 169703 w 589931"/>
                <a:gd name="connsiteY25" fmla="*/ 297408 h 603193"/>
                <a:gd name="connsiteX26" fmla="*/ 170204 w 589931"/>
                <a:gd name="connsiteY26" fmla="*/ 306042 h 603193"/>
                <a:gd name="connsiteX27" fmla="*/ 85102 w 589931"/>
                <a:gd name="connsiteY27" fmla="*/ 391002 h 603193"/>
                <a:gd name="connsiteX28" fmla="*/ 0 w 589931"/>
                <a:gd name="connsiteY28" fmla="*/ 306042 h 603193"/>
                <a:gd name="connsiteX29" fmla="*/ 85102 w 589931"/>
                <a:gd name="connsiteY29" fmla="*/ 221081 h 603193"/>
                <a:gd name="connsiteX30" fmla="*/ 412008 w 589931"/>
                <a:gd name="connsiteY30" fmla="*/ 0 h 603193"/>
                <a:gd name="connsiteX31" fmla="*/ 546850 w 589931"/>
                <a:gd name="connsiteY31" fmla="*/ 8384 h 603193"/>
                <a:gd name="connsiteX32" fmla="*/ 553743 w 589931"/>
                <a:gd name="connsiteY32" fmla="*/ 11762 h 603193"/>
                <a:gd name="connsiteX33" fmla="*/ 556249 w 589931"/>
                <a:gd name="connsiteY33" fmla="*/ 19020 h 603193"/>
                <a:gd name="connsiteX34" fmla="*/ 550986 w 589931"/>
                <a:gd name="connsiteY34" fmla="*/ 27278 h 603193"/>
                <a:gd name="connsiteX35" fmla="*/ 546349 w 589931"/>
                <a:gd name="connsiteY35" fmla="*/ 28404 h 603193"/>
                <a:gd name="connsiteX36" fmla="*/ 545472 w 589931"/>
                <a:gd name="connsiteY36" fmla="*/ 28404 h 603193"/>
                <a:gd name="connsiteX37" fmla="*/ 418525 w 589931"/>
                <a:gd name="connsiteY37" fmla="*/ 20396 h 603193"/>
                <a:gd name="connsiteX38" fmla="*/ 395216 w 589931"/>
                <a:gd name="connsiteY38" fmla="*/ 79582 h 603193"/>
                <a:gd name="connsiteX39" fmla="*/ 439578 w 589931"/>
                <a:gd name="connsiteY39" fmla="*/ 159914 h 603193"/>
                <a:gd name="connsiteX40" fmla="*/ 509004 w 589931"/>
                <a:gd name="connsiteY40" fmla="*/ 173678 h 603193"/>
                <a:gd name="connsiteX41" fmla="*/ 571162 w 589931"/>
                <a:gd name="connsiteY41" fmla="*/ 62815 h 603193"/>
                <a:gd name="connsiteX42" fmla="*/ 574922 w 589931"/>
                <a:gd name="connsiteY42" fmla="*/ 58936 h 603193"/>
                <a:gd name="connsiteX43" fmla="*/ 584822 w 589931"/>
                <a:gd name="connsiteY43" fmla="*/ 58936 h 603193"/>
                <a:gd name="connsiteX44" fmla="*/ 588707 w 589931"/>
                <a:gd name="connsiteY44" fmla="*/ 72575 h 603193"/>
                <a:gd name="connsiteX45" fmla="*/ 522915 w 589931"/>
                <a:gd name="connsiteY45" fmla="*/ 189820 h 603193"/>
                <a:gd name="connsiteX46" fmla="*/ 514268 w 589931"/>
                <a:gd name="connsiteY46" fmla="*/ 194950 h 603193"/>
                <a:gd name="connsiteX47" fmla="*/ 512263 w 589931"/>
                <a:gd name="connsiteY47" fmla="*/ 194825 h 603193"/>
                <a:gd name="connsiteX48" fmla="*/ 453739 w 589931"/>
                <a:gd name="connsiteY48" fmla="*/ 183063 h 603193"/>
                <a:gd name="connsiteX49" fmla="*/ 455869 w 589931"/>
                <a:gd name="connsiteY49" fmla="*/ 185690 h 603193"/>
                <a:gd name="connsiteX50" fmla="*/ 445593 w 589931"/>
                <a:gd name="connsiteY50" fmla="*/ 189820 h 603193"/>
                <a:gd name="connsiteX51" fmla="*/ 405617 w 589931"/>
                <a:gd name="connsiteY51" fmla="*/ 210966 h 603193"/>
                <a:gd name="connsiteX52" fmla="*/ 395717 w 589931"/>
                <a:gd name="connsiteY52" fmla="*/ 192322 h 603193"/>
                <a:gd name="connsiteX53" fmla="*/ 180295 w 589931"/>
                <a:gd name="connsiteY53" fmla="*/ 308441 h 603193"/>
                <a:gd name="connsiteX54" fmla="*/ 167763 w 589931"/>
                <a:gd name="connsiteY54" fmla="*/ 253260 h 603193"/>
                <a:gd name="connsiteX55" fmla="*/ 128288 w 589931"/>
                <a:gd name="connsiteY55" fmla="*/ 214970 h 603193"/>
                <a:gd name="connsiteX56" fmla="*/ 346718 w 589931"/>
                <a:gd name="connsiteY56" fmla="*/ 99727 h 603193"/>
                <a:gd name="connsiteX57" fmla="*/ 336817 w 589931"/>
                <a:gd name="connsiteY57" fmla="*/ 80958 h 603193"/>
                <a:gd name="connsiteX58" fmla="*/ 382684 w 589931"/>
                <a:gd name="connsiteY58" fmla="*/ 56808 h 603193"/>
                <a:gd name="connsiteX59" fmla="*/ 402609 w 589931"/>
                <a:gd name="connsiteY59" fmla="*/ 6257 h 603193"/>
                <a:gd name="connsiteX60" fmla="*/ 412008 w 589931"/>
                <a:gd name="connsiteY60" fmla="*/ 0 h 60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89931" h="603193">
                  <a:moveTo>
                    <a:pt x="213146" y="526615"/>
                  </a:moveTo>
                  <a:lnTo>
                    <a:pt x="213146" y="585675"/>
                  </a:lnTo>
                  <a:lnTo>
                    <a:pt x="400206" y="585675"/>
                  </a:lnTo>
                  <a:lnTo>
                    <a:pt x="400206" y="526615"/>
                  </a:lnTo>
                  <a:close/>
                  <a:moveTo>
                    <a:pt x="175558" y="332292"/>
                  </a:moveTo>
                  <a:lnTo>
                    <a:pt x="352470" y="509097"/>
                  </a:lnTo>
                  <a:lnTo>
                    <a:pt x="417747" y="509097"/>
                  </a:lnTo>
                  <a:lnTo>
                    <a:pt x="417747" y="603193"/>
                  </a:lnTo>
                  <a:lnTo>
                    <a:pt x="195605" y="603193"/>
                  </a:lnTo>
                  <a:lnTo>
                    <a:pt x="195605" y="509097"/>
                  </a:lnTo>
                  <a:lnTo>
                    <a:pt x="204250" y="509097"/>
                  </a:lnTo>
                  <a:lnTo>
                    <a:pt x="100132" y="405116"/>
                  </a:lnTo>
                  <a:cubicBezTo>
                    <a:pt x="100132" y="405116"/>
                    <a:pt x="124438" y="403865"/>
                    <a:pt x="149748" y="378589"/>
                  </a:cubicBezTo>
                  <a:cubicBezTo>
                    <a:pt x="175057" y="353439"/>
                    <a:pt x="175558" y="332292"/>
                    <a:pt x="175558" y="332292"/>
                  </a:cubicBezTo>
                  <a:close/>
                  <a:moveTo>
                    <a:pt x="85031" y="272382"/>
                  </a:moveTo>
                  <a:cubicBezTo>
                    <a:pt x="103699" y="272382"/>
                    <a:pt x="118832" y="287452"/>
                    <a:pt x="118832" y="306042"/>
                  </a:cubicBezTo>
                  <a:cubicBezTo>
                    <a:pt x="118832" y="324632"/>
                    <a:pt x="103699" y="339702"/>
                    <a:pt x="85031" y="339702"/>
                  </a:cubicBezTo>
                  <a:cubicBezTo>
                    <a:pt x="66363" y="339702"/>
                    <a:pt x="51230" y="324632"/>
                    <a:pt x="51230" y="306042"/>
                  </a:cubicBezTo>
                  <a:cubicBezTo>
                    <a:pt x="51230" y="287452"/>
                    <a:pt x="66363" y="272382"/>
                    <a:pt x="85031" y="272382"/>
                  </a:cubicBezTo>
                  <a:close/>
                  <a:moveTo>
                    <a:pt x="85102" y="242228"/>
                  </a:moveTo>
                  <a:cubicBezTo>
                    <a:pt x="49883" y="242228"/>
                    <a:pt x="21181" y="270881"/>
                    <a:pt x="21181" y="306042"/>
                  </a:cubicBezTo>
                  <a:cubicBezTo>
                    <a:pt x="21181" y="341202"/>
                    <a:pt x="49883" y="369731"/>
                    <a:pt x="85102" y="369731"/>
                  </a:cubicBezTo>
                  <a:cubicBezTo>
                    <a:pt x="120321" y="369731"/>
                    <a:pt x="148897" y="341202"/>
                    <a:pt x="148897" y="306042"/>
                  </a:cubicBezTo>
                  <a:cubicBezTo>
                    <a:pt x="148897" y="270881"/>
                    <a:pt x="120321" y="242228"/>
                    <a:pt x="85102" y="242228"/>
                  </a:cubicBezTo>
                  <a:close/>
                  <a:moveTo>
                    <a:pt x="85102" y="221081"/>
                  </a:moveTo>
                  <a:cubicBezTo>
                    <a:pt x="128969" y="221081"/>
                    <a:pt x="165316" y="253864"/>
                    <a:pt x="169703" y="297408"/>
                  </a:cubicBezTo>
                  <a:cubicBezTo>
                    <a:pt x="170079" y="300286"/>
                    <a:pt x="170204" y="303164"/>
                    <a:pt x="170204" y="306042"/>
                  </a:cubicBezTo>
                  <a:cubicBezTo>
                    <a:pt x="170204" y="352839"/>
                    <a:pt x="131977" y="391002"/>
                    <a:pt x="85102" y="391002"/>
                  </a:cubicBezTo>
                  <a:cubicBezTo>
                    <a:pt x="38101" y="391002"/>
                    <a:pt x="0" y="352839"/>
                    <a:pt x="0" y="306042"/>
                  </a:cubicBezTo>
                  <a:cubicBezTo>
                    <a:pt x="0" y="259120"/>
                    <a:pt x="38101" y="221081"/>
                    <a:pt x="85102" y="221081"/>
                  </a:cubicBezTo>
                  <a:close/>
                  <a:moveTo>
                    <a:pt x="412008" y="0"/>
                  </a:moveTo>
                  <a:lnTo>
                    <a:pt x="546850" y="8384"/>
                  </a:lnTo>
                  <a:cubicBezTo>
                    <a:pt x="549482" y="8509"/>
                    <a:pt x="551988" y="9760"/>
                    <a:pt x="553743" y="11762"/>
                  </a:cubicBezTo>
                  <a:cubicBezTo>
                    <a:pt x="555497" y="13764"/>
                    <a:pt x="556375" y="16392"/>
                    <a:pt x="556249" y="19020"/>
                  </a:cubicBezTo>
                  <a:cubicBezTo>
                    <a:pt x="555999" y="22523"/>
                    <a:pt x="553993" y="25526"/>
                    <a:pt x="550986" y="27278"/>
                  </a:cubicBezTo>
                  <a:cubicBezTo>
                    <a:pt x="549482" y="28029"/>
                    <a:pt x="547853" y="28404"/>
                    <a:pt x="546349" y="28404"/>
                  </a:cubicBezTo>
                  <a:lnTo>
                    <a:pt x="545472" y="28404"/>
                  </a:lnTo>
                  <a:lnTo>
                    <a:pt x="418525" y="20396"/>
                  </a:lnTo>
                  <a:lnTo>
                    <a:pt x="395216" y="79582"/>
                  </a:lnTo>
                  <a:lnTo>
                    <a:pt x="439578" y="159914"/>
                  </a:lnTo>
                  <a:lnTo>
                    <a:pt x="509004" y="173678"/>
                  </a:lnTo>
                  <a:lnTo>
                    <a:pt x="571162" y="62815"/>
                  </a:lnTo>
                  <a:cubicBezTo>
                    <a:pt x="572039" y="61188"/>
                    <a:pt x="573292" y="59937"/>
                    <a:pt x="574922" y="58936"/>
                  </a:cubicBezTo>
                  <a:cubicBezTo>
                    <a:pt x="577929" y="57309"/>
                    <a:pt x="581814" y="57309"/>
                    <a:pt x="584822" y="58936"/>
                  </a:cubicBezTo>
                  <a:cubicBezTo>
                    <a:pt x="589584" y="61563"/>
                    <a:pt x="591338" y="67695"/>
                    <a:pt x="588707" y="72575"/>
                  </a:cubicBezTo>
                  <a:lnTo>
                    <a:pt x="522915" y="189820"/>
                  </a:lnTo>
                  <a:cubicBezTo>
                    <a:pt x="521285" y="193073"/>
                    <a:pt x="517902" y="194950"/>
                    <a:pt x="514268" y="194950"/>
                  </a:cubicBezTo>
                  <a:cubicBezTo>
                    <a:pt x="513641" y="194950"/>
                    <a:pt x="512889" y="194950"/>
                    <a:pt x="512263" y="194825"/>
                  </a:cubicBezTo>
                  <a:lnTo>
                    <a:pt x="453739" y="183063"/>
                  </a:lnTo>
                  <a:lnTo>
                    <a:pt x="455869" y="185690"/>
                  </a:lnTo>
                  <a:lnTo>
                    <a:pt x="445593" y="189820"/>
                  </a:lnTo>
                  <a:lnTo>
                    <a:pt x="405617" y="210966"/>
                  </a:lnTo>
                  <a:lnTo>
                    <a:pt x="395717" y="192322"/>
                  </a:lnTo>
                  <a:lnTo>
                    <a:pt x="180295" y="308441"/>
                  </a:lnTo>
                  <a:cubicBezTo>
                    <a:pt x="180295" y="308441"/>
                    <a:pt x="190697" y="290923"/>
                    <a:pt x="167763" y="253260"/>
                  </a:cubicBezTo>
                  <a:cubicBezTo>
                    <a:pt x="144830" y="215596"/>
                    <a:pt x="128288" y="214970"/>
                    <a:pt x="128288" y="214970"/>
                  </a:cubicBezTo>
                  <a:lnTo>
                    <a:pt x="346718" y="99727"/>
                  </a:lnTo>
                  <a:lnTo>
                    <a:pt x="336817" y="80958"/>
                  </a:lnTo>
                  <a:lnTo>
                    <a:pt x="382684" y="56808"/>
                  </a:lnTo>
                  <a:lnTo>
                    <a:pt x="402609" y="6257"/>
                  </a:lnTo>
                  <a:cubicBezTo>
                    <a:pt x="404113" y="2378"/>
                    <a:pt x="407622" y="0"/>
                    <a:pt x="41200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4826105" y="1713844"/>
            <a:ext cx="2539790" cy="1986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32370" y="1512390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252533" y="1912500"/>
            <a:ext cx="3686934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主题和样式也有助于文档保持协调。当应用样式时，您的标题会进行更改以匹配新的主题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826882" y="4056245"/>
            <a:ext cx="850082" cy="850082"/>
            <a:chOff x="8826882" y="4056245"/>
            <a:chExt cx="850082" cy="850082"/>
          </a:xfrm>
        </p:grpSpPr>
        <p:sp>
          <p:nvSpPr>
            <p:cNvPr id="76" name="íṥļîḓê"/>
            <p:cNvSpPr/>
            <p:nvPr/>
          </p:nvSpPr>
          <p:spPr>
            <a:xfrm>
              <a:off x="8826882" y="4056245"/>
              <a:ext cx="850082" cy="85008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77" name="íṥlíḓê"/>
            <p:cNvSpPr/>
            <p:nvPr/>
          </p:nvSpPr>
          <p:spPr>
            <a:xfrm>
              <a:off x="8878696" y="4108183"/>
              <a:ext cx="746455" cy="74645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78" name="ïśļiḑé"/>
            <p:cNvSpPr/>
            <p:nvPr/>
          </p:nvSpPr>
          <p:spPr>
            <a:xfrm>
              <a:off x="9022368" y="4256927"/>
              <a:ext cx="459108" cy="448962"/>
            </a:xfrm>
            <a:custGeom>
              <a:avLst/>
              <a:gdLst>
                <a:gd name="connsiteX0" fmla="*/ 480240 w 608551"/>
                <a:gd name="connsiteY0" fmla="*/ 438791 h 595102"/>
                <a:gd name="connsiteX1" fmla="*/ 509306 w 608551"/>
                <a:gd name="connsiteY1" fmla="*/ 467959 h 595102"/>
                <a:gd name="connsiteX2" fmla="*/ 498618 w 608551"/>
                <a:gd name="connsiteY2" fmla="*/ 507675 h 595102"/>
                <a:gd name="connsiteX3" fmla="*/ 458865 w 608551"/>
                <a:gd name="connsiteY3" fmla="*/ 518352 h 595102"/>
                <a:gd name="connsiteX4" fmla="*/ 429799 w 608551"/>
                <a:gd name="connsiteY4" fmla="*/ 489184 h 595102"/>
                <a:gd name="connsiteX5" fmla="*/ 440357 w 608551"/>
                <a:gd name="connsiteY5" fmla="*/ 449468 h 595102"/>
                <a:gd name="connsiteX6" fmla="*/ 480631 w 608551"/>
                <a:gd name="connsiteY6" fmla="*/ 419389 h 595102"/>
                <a:gd name="connsiteX7" fmla="*/ 430320 w 608551"/>
                <a:gd name="connsiteY7" fmla="*/ 432801 h 595102"/>
                <a:gd name="connsiteX8" fmla="*/ 423803 w 608551"/>
                <a:gd name="connsiteY8" fmla="*/ 439442 h 595102"/>
                <a:gd name="connsiteX9" fmla="*/ 410248 w 608551"/>
                <a:gd name="connsiteY9" fmla="*/ 489575 h 595102"/>
                <a:gd name="connsiteX10" fmla="*/ 412725 w 608551"/>
                <a:gd name="connsiteY10" fmla="*/ 498560 h 595102"/>
                <a:gd name="connsiteX11" fmla="*/ 449480 w 608551"/>
                <a:gd name="connsiteY11" fmla="*/ 535280 h 595102"/>
                <a:gd name="connsiteX12" fmla="*/ 456128 w 608551"/>
                <a:gd name="connsiteY12" fmla="*/ 538015 h 595102"/>
                <a:gd name="connsiteX13" fmla="*/ 458474 w 608551"/>
                <a:gd name="connsiteY13" fmla="*/ 537755 h 595102"/>
                <a:gd name="connsiteX14" fmla="*/ 508785 w 608551"/>
                <a:gd name="connsiteY14" fmla="*/ 524342 h 595102"/>
                <a:gd name="connsiteX15" fmla="*/ 515302 w 608551"/>
                <a:gd name="connsiteY15" fmla="*/ 517701 h 595102"/>
                <a:gd name="connsiteX16" fmla="*/ 528727 w 608551"/>
                <a:gd name="connsiteY16" fmla="*/ 467568 h 595102"/>
                <a:gd name="connsiteX17" fmla="*/ 526381 w 608551"/>
                <a:gd name="connsiteY17" fmla="*/ 458583 h 595102"/>
                <a:gd name="connsiteX18" fmla="*/ 489625 w 608551"/>
                <a:gd name="connsiteY18" fmla="*/ 421863 h 595102"/>
                <a:gd name="connsiteX19" fmla="*/ 480631 w 608551"/>
                <a:gd name="connsiteY19" fmla="*/ 419389 h 595102"/>
                <a:gd name="connsiteX20" fmla="*/ 262289 w 608551"/>
                <a:gd name="connsiteY20" fmla="*/ 382032 h 595102"/>
                <a:gd name="connsiteX21" fmla="*/ 131665 w 608551"/>
                <a:gd name="connsiteY21" fmla="*/ 512451 h 595102"/>
                <a:gd name="connsiteX22" fmla="*/ 131665 w 608551"/>
                <a:gd name="connsiteY22" fmla="*/ 525597 h 595102"/>
                <a:gd name="connsiteX23" fmla="*/ 138313 w 608551"/>
                <a:gd name="connsiteY23" fmla="*/ 528331 h 595102"/>
                <a:gd name="connsiteX24" fmla="*/ 144832 w 608551"/>
                <a:gd name="connsiteY24" fmla="*/ 525597 h 595102"/>
                <a:gd name="connsiteX25" fmla="*/ 275456 w 608551"/>
                <a:gd name="connsiteY25" fmla="*/ 395178 h 595102"/>
                <a:gd name="connsiteX26" fmla="*/ 275456 w 608551"/>
                <a:gd name="connsiteY26" fmla="*/ 382032 h 595102"/>
                <a:gd name="connsiteX27" fmla="*/ 262289 w 608551"/>
                <a:gd name="connsiteY27" fmla="*/ 382032 h 595102"/>
                <a:gd name="connsiteX28" fmla="*/ 239085 w 608551"/>
                <a:gd name="connsiteY28" fmla="*/ 358864 h 595102"/>
                <a:gd name="connsiteX29" fmla="*/ 108460 w 608551"/>
                <a:gd name="connsiteY29" fmla="*/ 489283 h 595102"/>
                <a:gd name="connsiteX30" fmla="*/ 108460 w 608551"/>
                <a:gd name="connsiteY30" fmla="*/ 502559 h 595102"/>
                <a:gd name="connsiteX31" fmla="*/ 115109 w 608551"/>
                <a:gd name="connsiteY31" fmla="*/ 505293 h 595102"/>
                <a:gd name="connsiteX32" fmla="*/ 121757 w 608551"/>
                <a:gd name="connsiteY32" fmla="*/ 502559 h 595102"/>
                <a:gd name="connsiteX33" fmla="*/ 252382 w 608551"/>
                <a:gd name="connsiteY33" fmla="*/ 372140 h 595102"/>
                <a:gd name="connsiteX34" fmla="*/ 252382 w 608551"/>
                <a:gd name="connsiteY34" fmla="*/ 358864 h 595102"/>
                <a:gd name="connsiteX35" fmla="*/ 239085 w 608551"/>
                <a:gd name="connsiteY35" fmla="*/ 358864 h 595102"/>
                <a:gd name="connsiteX36" fmla="*/ 212751 w 608551"/>
                <a:gd name="connsiteY36" fmla="*/ 332572 h 595102"/>
                <a:gd name="connsiteX37" fmla="*/ 82127 w 608551"/>
                <a:gd name="connsiteY37" fmla="*/ 462991 h 595102"/>
                <a:gd name="connsiteX38" fmla="*/ 82127 w 608551"/>
                <a:gd name="connsiteY38" fmla="*/ 476137 h 595102"/>
                <a:gd name="connsiteX39" fmla="*/ 88645 w 608551"/>
                <a:gd name="connsiteY39" fmla="*/ 478870 h 595102"/>
                <a:gd name="connsiteX40" fmla="*/ 95293 w 608551"/>
                <a:gd name="connsiteY40" fmla="*/ 476137 h 595102"/>
                <a:gd name="connsiteX41" fmla="*/ 225918 w 608551"/>
                <a:gd name="connsiteY41" fmla="*/ 345718 h 595102"/>
                <a:gd name="connsiteX42" fmla="*/ 225918 w 608551"/>
                <a:gd name="connsiteY42" fmla="*/ 332572 h 595102"/>
                <a:gd name="connsiteX43" fmla="*/ 212751 w 608551"/>
                <a:gd name="connsiteY43" fmla="*/ 332572 h 595102"/>
                <a:gd name="connsiteX44" fmla="*/ 560431 w 608551"/>
                <a:gd name="connsiteY44" fmla="*/ 1969 h 595102"/>
                <a:gd name="connsiteX45" fmla="*/ 572816 w 608551"/>
                <a:gd name="connsiteY45" fmla="*/ 2750 h 595102"/>
                <a:gd name="connsiteX46" fmla="*/ 605798 w 608551"/>
                <a:gd name="connsiteY46" fmla="*/ 35681 h 595102"/>
                <a:gd name="connsiteX47" fmla="*/ 606580 w 608551"/>
                <a:gd name="connsiteY47" fmla="*/ 48046 h 595102"/>
                <a:gd name="connsiteX48" fmla="*/ 565255 w 608551"/>
                <a:gd name="connsiteY48" fmla="*/ 101020 h 595102"/>
                <a:gd name="connsiteX49" fmla="*/ 559519 w 608551"/>
                <a:gd name="connsiteY49" fmla="*/ 108309 h 595102"/>
                <a:gd name="connsiteX50" fmla="*/ 529796 w 608551"/>
                <a:gd name="connsiteY50" fmla="*/ 120544 h 595102"/>
                <a:gd name="connsiteX51" fmla="*/ 507504 w 608551"/>
                <a:gd name="connsiteY51" fmla="*/ 114036 h 595102"/>
                <a:gd name="connsiteX52" fmla="*/ 344158 w 608551"/>
                <a:gd name="connsiteY52" fmla="*/ 277125 h 595102"/>
                <a:gd name="connsiteX53" fmla="*/ 387178 w 608551"/>
                <a:gd name="connsiteY53" fmla="*/ 319947 h 595102"/>
                <a:gd name="connsiteX54" fmla="*/ 389524 w 608551"/>
                <a:gd name="connsiteY54" fmla="*/ 325153 h 595102"/>
                <a:gd name="connsiteX55" fmla="*/ 432544 w 608551"/>
                <a:gd name="connsiteY55" fmla="*/ 367975 h 595102"/>
                <a:gd name="connsiteX56" fmla="*/ 469568 w 608551"/>
                <a:gd name="connsiteY56" fmla="*/ 361988 h 595102"/>
                <a:gd name="connsiteX57" fmla="*/ 552218 w 608551"/>
                <a:gd name="connsiteY57" fmla="*/ 396090 h 595102"/>
                <a:gd name="connsiteX58" fmla="*/ 586374 w 608551"/>
                <a:gd name="connsiteY58" fmla="*/ 478610 h 595102"/>
                <a:gd name="connsiteX59" fmla="*/ 552218 w 608551"/>
                <a:gd name="connsiteY59" fmla="*/ 561000 h 595102"/>
                <a:gd name="connsiteX60" fmla="*/ 469568 w 608551"/>
                <a:gd name="connsiteY60" fmla="*/ 595102 h 595102"/>
                <a:gd name="connsiteX61" fmla="*/ 386917 w 608551"/>
                <a:gd name="connsiteY61" fmla="*/ 561000 h 595102"/>
                <a:gd name="connsiteX62" fmla="*/ 358889 w 608551"/>
                <a:gd name="connsiteY62" fmla="*/ 441645 h 595102"/>
                <a:gd name="connsiteX63" fmla="*/ 318737 w 608551"/>
                <a:gd name="connsiteY63" fmla="*/ 401556 h 595102"/>
                <a:gd name="connsiteX64" fmla="*/ 169601 w 608551"/>
                <a:gd name="connsiteY64" fmla="*/ 550327 h 595102"/>
                <a:gd name="connsiteX65" fmla="*/ 113414 w 608551"/>
                <a:gd name="connsiteY65" fmla="*/ 573626 h 595102"/>
                <a:gd name="connsiteX66" fmla="*/ 57358 w 608551"/>
                <a:gd name="connsiteY66" fmla="*/ 550327 h 595102"/>
                <a:gd name="connsiteX67" fmla="*/ 34022 w 608551"/>
                <a:gd name="connsiteY67" fmla="*/ 494229 h 595102"/>
                <a:gd name="connsiteX68" fmla="*/ 57358 w 608551"/>
                <a:gd name="connsiteY68" fmla="*/ 438261 h 595102"/>
                <a:gd name="connsiteX69" fmla="*/ 206363 w 608551"/>
                <a:gd name="connsiteY69" fmla="*/ 289360 h 595102"/>
                <a:gd name="connsiteX70" fmla="*/ 153696 w 608551"/>
                <a:gd name="connsiteY70" fmla="*/ 236776 h 595102"/>
                <a:gd name="connsiteX71" fmla="*/ 116543 w 608551"/>
                <a:gd name="connsiteY71" fmla="*/ 242893 h 595102"/>
                <a:gd name="connsiteX72" fmla="*/ 34283 w 608551"/>
                <a:gd name="connsiteY72" fmla="*/ 208922 h 595102"/>
                <a:gd name="connsiteX73" fmla="*/ 8732 w 608551"/>
                <a:gd name="connsiteY73" fmla="*/ 82277 h 595102"/>
                <a:gd name="connsiteX74" fmla="*/ 15511 w 608551"/>
                <a:gd name="connsiteY74" fmla="*/ 76680 h 595102"/>
                <a:gd name="connsiteX75" fmla="*/ 23984 w 608551"/>
                <a:gd name="connsiteY75" fmla="*/ 79154 h 595102"/>
                <a:gd name="connsiteX76" fmla="*/ 77825 w 608551"/>
                <a:gd name="connsiteY76" fmla="*/ 133039 h 595102"/>
                <a:gd name="connsiteX77" fmla="*/ 121105 w 608551"/>
                <a:gd name="connsiteY77" fmla="*/ 130696 h 595102"/>
                <a:gd name="connsiteX78" fmla="*/ 123452 w 608551"/>
                <a:gd name="connsiteY78" fmla="*/ 87484 h 595102"/>
                <a:gd name="connsiteX79" fmla="*/ 69612 w 608551"/>
                <a:gd name="connsiteY79" fmla="*/ 33728 h 595102"/>
                <a:gd name="connsiteX80" fmla="*/ 67004 w 608551"/>
                <a:gd name="connsiteY80" fmla="*/ 25268 h 595102"/>
                <a:gd name="connsiteX81" fmla="*/ 72610 w 608551"/>
                <a:gd name="connsiteY81" fmla="*/ 18500 h 595102"/>
                <a:gd name="connsiteX82" fmla="*/ 116934 w 608551"/>
                <a:gd name="connsiteY82" fmla="*/ 9779 h 595102"/>
                <a:gd name="connsiteX83" fmla="*/ 199454 w 608551"/>
                <a:gd name="connsiteY83" fmla="*/ 44011 h 595102"/>
                <a:gd name="connsiteX84" fmla="*/ 227482 w 608551"/>
                <a:gd name="connsiteY84" fmla="*/ 163236 h 595102"/>
                <a:gd name="connsiteX85" fmla="*/ 282887 w 608551"/>
                <a:gd name="connsiteY85" fmla="*/ 218683 h 595102"/>
                <a:gd name="connsiteX86" fmla="*/ 287971 w 608551"/>
                <a:gd name="connsiteY86" fmla="*/ 221026 h 595102"/>
                <a:gd name="connsiteX87" fmla="*/ 330991 w 608551"/>
                <a:gd name="connsiteY87" fmla="*/ 263979 h 595102"/>
                <a:gd name="connsiteX88" fmla="*/ 494337 w 608551"/>
                <a:gd name="connsiteY88" fmla="*/ 100890 h 595102"/>
                <a:gd name="connsiteX89" fmla="*/ 487819 w 608551"/>
                <a:gd name="connsiteY89" fmla="*/ 78503 h 595102"/>
                <a:gd name="connsiteX90" fmla="*/ 500073 w 608551"/>
                <a:gd name="connsiteY90" fmla="*/ 48827 h 595102"/>
                <a:gd name="connsiteX91" fmla="*/ 507243 w 608551"/>
                <a:gd name="connsiteY91" fmla="*/ 43230 h 59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8551" h="595102">
                  <a:moveTo>
                    <a:pt x="480240" y="438791"/>
                  </a:moveTo>
                  <a:lnTo>
                    <a:pt x="509306" y="467959"/>
                  </a:lnTo>
                  <a:lnTo>
                    <a:pt x="498618" y="507675"/>
                  </a:lnTo>
                  <a:lnTo>
                    <a:pt x="458865" y="518352"/>
                  </a:lnTo>
                  <a:lnTo>
                    <a:pt x="429799" y="489184"/>
                  </a:lnTo>
                  <a:lnTo>
                    <a:pt x="440357" y="449468"/>
                  </a:lnTo>
                  <a:close/>
                  <a:moveTo>
                    <a:pt x="480631" y="419389"/>
                  </a:moveTo>
                  <a:lnTo>
                    <a:pt x="430320" y="432801"/>
                  </a:lnTo>
                  <a:cubicBezTo>
                    <a:pt x="427192" y="433712"/>
                    <a:pt x="424585" y="436186"/>
                    <a:pt x="423803" y="439442"/>
                  </a:cubicBezTo>
                  <a:lnTo>
                    <a:pt x="410248" y="489575"/>
                  </a:lnTo>
                  <a:cubicBezTo>
                    <a:pt x="409466" y="492830"/>
                    <a:pt x="410378" y="496216"/>
                    <a:pt x="412725" y="498560"/>
                  </a:cubicBezTo>
                  <a:lnTo>
                    <a:pt x="449480" y="535280"/>
                  </a:lnTo>
                  <a:cubicBezTo>
                    <a:pt x="451305" y="537103"/>
                    <a:pt x="453651" y="538015"/>
                    <a:pt x="456128" y="538015"/>
                  </a:cubicBezTo>
                  <a:cubicBezTo>
                    <a:pt x="456910" y="538015"/>
                    <a:pt x="457692" y="538015"/>
                    <a:pt x="458474" y="537755"/>
                  </a:cubicBezTo>
                  <a:lnTo>
                    <a:pt x="508785" y="524342"/>
                  </a:lnTo>
                  <a:cubicBezTo>
                    <a:pt x="511913" y="523431"/>
                    <a:pt x="514520" y="520957"/>
                    <a:pt x="515302" y="517701"/>
                  </a:cubicBezTo>
                  <a:lnTo>
                    <a:pt x="528727" y="467568"/>
                  </a:lnTo>
                  <a:cubicBezTo>
                    <a:pt x="529639" y="464313"/>
                    <a:pt x="528727" y="460927"/>
                    <a:pt x="526381" y="458583"/>
                  </a:cubicBezTo>
                  <a:lnTo>
                    <a:pt x="489625" y="421863"/>
                  </a:lnTo>
                  <a:cubicBezTo>
                    <a:pt x="487279" y="419519"/>
                    <a:pt x="483890" y="418477"/>
                    <a:pt x="480631" y="419389"/>
                  </a:cubicBezTo>
                  <a:close/>
                  <a:moveTo>
                    <a:pt x="262289" y="382032"/>
                  </a:moveTo>
                  <a:lnTo>
                    <a:pt x="131665" y="512451"/>
                  </a:lnTo>
                  <a:cubicBezTo>
                    <a:pt x="128015" y="516096"/>
                    <a:pt x="128015" y="521953"/>
                    <a:pt x="131665" y="525597"/>
                  </a:cubicBezTo>
                  <a:cubicBezTo>
                    <a:pt x="133490" y="527420"/>
                    <a:pt x="135837" y="528331"/>
                    <a:pt x="138313" y="528331"/>
                  </a:cubicBezTo>
                  <a:cubicBezTo>
                    <a:pt x="140660" y="528331"/>
                    <a:pt x="143007" y="527420"/>
                    <a:pt x="144832" y="525597"/>
                  </a:cubicBezTo>
                  <a:lnTo>
                    <a:pt x="275456" y="395178"/>
                  </a:lnTo>
                  <a:cubicBezTo>
                    <a:pt x="279106" y="391534"/>
                    <a:pt x="279106" y="385677"/>
                    <a:pt x="275456" y="382032"/>
                  </a:cubicBezTo>
                  <a:cubicBezTo>
                    <a:pt x="271806" y="378388"/>
                    <a:pt x="265940" y="378388"/>
                    <a:pt x="262289" y="382032"/>
                  </a:cubicBezTo>
                  <a:close/>
                  <a:moveTo>
                    <a:pt x="239085" y="358864"/>
                  </a:moveTo>
                  <a:lnTo>
                    <a:pt x="108460" y="489283"/>
                  </a:lnTo>
                  <a:cubicBezTo>
                    <a:pt x="104810" y="492928"/>
                    <a:pt x="104810" y="498915"/>
                    <a:pt x="108460" y="502559"/>
                  </a:cubicBezTo>
                  <a:cubicBezTo>
                    <a:pt x="110285" y="504382"/>
                    <a:pt x="112762" y="505293"/>
                    <a:pt x="115109" y="505293"/>
                  </a:cubicBezTo>
                  <a:cubicBezTo>
                    <a:pt x="117455" y="505293"/>
                    <a:pt x="119932" y="504382"/>
                    <a:pt x="121757" y="502559"/>
                  </a:cubicBezTo>
                  <a:lnTo>
                    <a:pt x="252382" y="372140"/>
                  </a:lnTo>
                  <a:cubicBezTo>
                    <a:pt x="256032" y="368496"/>
                    <a:pt x="256032" y="362509"/>
                    <a:pt x="252382" y="358864"/>
                  </a:cubicBezTo>
                  <a:cubicBezTo>
                    <a:pt x="248732" y="355220"/>
                    <a:pt x="242735" y="355220"/>
                    <a:pt x="239085" y="358864"/>
                  </a:cubicBezTo>
                  <a:close/>
                  <a:moveTo>
                    <a:pt x="212751" y="332572"/>
                  </a:moveTo>
                  <a:lnTo>
                    <a:pt x="82127" y="462991"/>
                  </a:lnTo>
                  <a:cubicBezTo>
                    <a:pt x="78477" y="466636"/>
                    <a:pt x="78477" y="472493"/>
                    <a:pt x="82127" y="476137"/>
                  </a:cubicBezTo>
                  <a:cubicBezTo>
                    <a:pt x="83952" y="477959"/>
                    <a:pt x="86298" y="478870"/>
                    <a:pt x="88645" y="478870"/>
                  </a:cubicBezTo>
                  <a:cubicBezTo>
                    <a:pt x="91122" y="478870"/>
                    <a:pt x="93468" y="477959"/>
                    <a:pt x="95293" y="476137"/>
                  </a:cubicBezTo>
                  <a:lnTo>
                    <a:pt x="225918" y="345718"/>
                  </a:lnTo>
                  <a:cubicBezTo>
                    <a:pt x="229568" y="342074"/>
                    <a:pt x="229568" y="336217"/>
                    <a:pt x="225918" y="332572"/>
                  </a:cubicBezTo>
                  <a:cubicBezTo>
                    <a:pt x="222268" y="328928"/>
                    <a:pt x="216401" y="328928"/>
                    <a:pt x="212751" y="332572"/>
                  </a:cubicBezTo>
                  <a:close/>
                  <a:moveTo>
                    <a:pt x="560431" y="1969"/>
                  </a:moveTo>
                  <a:cubicBezTo>
                    <a:pt x="564082" y="-894"/>
                    <a:pt x="569426" y="-634"/>
                    <a:pt x="572816" y="2750"/>
                  </a:cubicBezTo>
                  <a:lnTo>
                    <a:pt x="605798" y="35681"/>
                  </a:lnTo>
                  <a:cubicBezTo>
                    <a:pt x="609187" y="39065"/>
                    <a:pt x="609448" y="44271"/>
                    <a:pt x="606580" y="48046"/>
                  </a:cubicBezTo>
                  <a:lnTo>
                    <a:pt x="565255" y="101020"/>
                  </a:lnTo>
                  <a:cubicBezTo>
                    <a:pt x="563430" y="103884"/>
                    <a:pt x="561605" y="106226"/>
                    <a:pt x="559519" y="108309"/>
                  </a:cubicBezTo>
                  <a:cubicBezTo>
                    <a:pt x="551567" y="116119"/>
                    <a:pt x="541007" y="120544"/>
                    <a:pt x="529796" y="120544"/>
                  </a:cubicBezTo>
                  <a:cubicBezTo>
                    <a:pt x="521844" y="120544"/>
                    <a:pt x="514152" y="118201"/>
                    <a:pt x="507504" y="114036"/>
                  </a:cubicBezTo>
                  <a:lnTo>
                    <a:pt x="344158" y="277125"/>
                  </a:lnTo>
                  <a:lnTo>
                    <a:pt x="387178" y="319947"/>
                  </a:lnTo>
                  <a:cubicBezTo>
                    <a:pt x="388482" y="321379"/>
                    <a:pt x="389264" y="323201"/>
                    <a:pt x="389524" y="325153"/>
                  </a:cubicBezTo>
                  <a:lnTo>
                    <a:pt x="432544" y="367975"/>
                  </a:lnTo>
                  <a:cubicBezTo>
                    <a:pt x="444277" y="364071"/>
                    <a:pt x="456792" y="361988"/>
                    <a:pt x="469568" y="361988"/>
                  </a:cubicBezTo>
                  <a:cubicBezTo>
                    <a:pt x="500725" y="361988"/>
                    <a:pt x="530057" y="374093"/>
                    <a:pt x="552218" y="396090"/>
                  </a:cubicBezTo>
                  <a:cubicBezTo>
                    <a:pt x="574250" y="418086"/>
                    <a:pt x="586374" y="447372"/>
                    <a:pt x="586374" y="478610"/>
                  </a:cubicBezTo>
                  <a:cubicBezTo>
                    <a:pt x="586374" y="509718"/>
                    <a:pt x="574250" y="539004"/>
                    <a:pt x="552218" y="561000"/>
                  </a:cubicBezTo>
                  <a:cubicBezTo>
                    <a:pt x="530057" y="582997"/>
                    <a:pt x="500725" y="595102"/>
                    <a:pt x="469568" y="595102"/>
                  </a:cubicBezTo>
                  <a:cubicBezTo>
                    <a:pt x="438411" y="595102"/>
                    <a:pt x="409079" y="582997"/>
                    <a:pt x="386917" y="561000"/>
                  </a:cubicBezTo>
                  <a:cubicBezTo>
                    <a:pt x="355630" y="529632"/>
                    <a:pt x="344940" y="483426"/>
                    <a:pt x="358889" y="441645"/>
                  </a:cubicBezTo>
                  <a:lnTo>
                    <a:pt x="318737" y="401556"/>
                  </a:lnTo>
                  <a:lnTo>
                    <a:pt x="169601" y="550327"/>
                  </a:lnTo>
                  <a:cubicBezTo>
                    <a:pt x="154609" y="565296"/>
                    <a:pt x="134663" y="573626"/>
                    <a:pt x="113414" y="573626"/>
                  </a:cubicBezTo>
                  <a:cubicBezTo>
                    <a:pt x="92295" y="573626"/>
                    <a:pt x="72349" y="565296"/>
                    <a:pt x="57358" y="550327"/>
                  </a:cubicBezTo>
                  <a:cubicBezTo>
                    <a:pt x="42366" y="535359"/>
                    <a:pt x="34022" y="515445"/>
                    <a:pt x="34022" y="494229"/>
                  </a:cubicBezTo>
                  <a:cubicBezTo>
                    <a:pt x="34022" y="473143"/>
                    <a:pt x="42366" y="453229"/>
                    <a:pt x="57358" y="438261"/>
                  </a:cubicBezTo>
                  <a:lnTo>
                    <a:pt x="206363" y="289360"/>
                  </a:lnTo>
                  <a:lnTo>
                    <a:pt x="153696" y="236776"/>
                  </a:lnTo>
                  <a:cubicBezTo>
                    <a:pt x="141703" y="240810"/>
                    <a:pt x="129318" y="242893"/>
                    <a:pt x="116543" y="242893"/>
                  </a:cubicBezTo>
                  <a:cubicBezTo>
                    <a:pt x="85516" y="242893"/>
                    <a:pt x="56184" y="230788"/>
                    <a:pt x="34283" y="208922"/>
                  </a:cubicBezTo>
                  <a:cubicBezTo>
                    <a:pt x="910" y="175601"/>
                    <a:pt x="-9128" y="125880"/>
                    <a:pt x="8732" y="82277"/>
                  </a:cubicBezTo>
                  <a:cubicBezTo>
                    <a:pt x="9905" y="79414"/>
                    <a:pt x="12382" y="77331"/>
                    <a:pt x="15511" y="76680"/>
                  </a:cubicBezTo>
                  <a:cubicBezTo>
                    <a:pt x="18640" y="76030"/>
                    <a:pt x="21768" y="77071"/>
                    <a:pt x="23984" y="79154"/>
                  </a:cubicBezTo>
                  <a:lnTo>
                    <a:pt x="77825" y="133039"/>
                  </a:lnTo>
                  <a:lnTo>
                    <a:pt x="121105" y="130696"/>
                  </a:lnTo>
                  <a:lnTo>
                    <a:pt x="123452" y="87484"/>
                  </a:lnTo>
                  <a:lnTo>
                    <a:pt x="69612" y="33728"/>
                  </a:lnTo>
                  <a:cubicBezTo>
                    <a:pt x="67396" y="31515"/>
                    <a:pt x="66353" y="28262"/>
                    <a:pt x="67004" y="25268"/>
                  </a:cubicBezTo>
                  <a:cubicBezTo>
                    <a:pt x="67656" y="22144"/>
                    <a:pt x="69742" y="19671"/>
                    <a:pt x="72610" y="18500"/>
                  </a:cubicBezTo>
                  <a:cubicBezTo>
                    <a:pt x="86689" y="12773"/>
                    <a:pt x="101551" y="9779"/>
                    <a:pt x="116934" y="9779"/>
                  </a:cubicBezTo>
                  <a:cubicBezTo>
                    <a:pt x="148091" y="9779"/>
                    <a:pt x="177423" y="21884"/>
                    <a:pt x="199454" y="44011"/>
                  </a:cubicBezTo>
                  <a:cubicBezTo>
                    <a:pt x="230481" y="74988"/>
                    <a:pt x="241431" y="121585"/>
                    <a:pt x="227482" y="163236"/>
                  </a:cubicBezTo>
                  <a:lnTo>
                    <a:pt x="282887" y="218683"/>
                  </a:lnTo>
                  <a:cubicBezTo>
                    <a:pt x="284842" y="218944"/>
                    <a:pt x="286667" y="219725"/>
                    <a:pt x="287971" y="221026"/>
                  </a:cubicBezTo>
                  <a:lnTo>
                    <a:pt x="330991" y="263979"/>
                  </a:lnTo>
                  <a:lnTo>
                    <a:pt x="494337" y="100890"/>
                  </a:lnTo>
                  <a:cubicBezTo>
                    <a:pt x="490165" y="94252"/>
                    <a:pt x="487819" y="86573"/>
                    <a:pt x="487819" y="78503"/>
                  </a:cubicBezTo>
                  <a:cubicBezTo>
                    <a:pt x="487819" y="67309"/>
                    <a:pt x="492121" y="56766"/>
                    <a:pt x="500073" y="48827"/>
                  </a:cubicBezTo>
                  <a:cubicBezTo>
                    <a:pt x="502159" y="46744"/>
                    <a:pt x="504505" y="44922"/>
                    <a:pt x="507243" y="4323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566849" y="4056245"/>
            <a:ext cx="850082" cy="850082"/>
            <a:chOff x="2566849" y="4056245"/>
            <a:chExt cx="850082" cy="850082"/>
          </a:xfrm>
        </p:grpSpPr>
        <p:sp>
          <p:nvSpPr>
            <p:cNvPr id="60" name="íṥļîḓê"/>
            <p:cNvSpPr/>
            <p:nvPr/>
          </p:nvSpPr>
          <p:spPr>
            <a:xfrm>
              <a:off x="2566849" y="4056245"/>
              <a:ext cx="850082" cy="85008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61" name="íṥlíḓê"/>
            <p:cNvSpPr/>
            <p:nvPr/>
          </p:nvSpPr>
          <p:spPr>
            <a:xfrm>
              <a:off x="2618663" y="4108183"/>
              <a:ext cx="746455" cy="746452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62" name="ïśļiḑé"/>
            <p:cNvSpPr/>
            <p:nvPr/>
          </p:nvSpPr>
          <p:spPr>
            <a:xfrm>
              <a:off x="2762336" y="4252173"/>
              <a:ext cx="459108" cy="458471"/>
            </a:xfrm>
            <a:custGeom>
              <a:avLst/>
              <a:gdLst>
                <a:gd name="connsiteX0" fmla="*/ 369386 w 609120"/>
                <a:gd name="connsiteY0" fmla="*/ 158945 h 608274"/>
                <a:gd name="connsiteX1" fmla="*/ 295374 w 609120"/>
                <a:gd name="connsiteY1" fmla="*/ 261970 h 608274"/>
                <a:gd name="connsiteX2" fmla="*/ 266605 w 609120"/>
                <a:gd name="connsiteY2" fmla="*/ 284410 h 608274"/>
                <a:gd name="connsiteX3" fmla="*/ 286113 w 609120"/>
                <a:gd name="connsiteY3" fmla="*/ 337856 h 608274"/>
                <a:gd name="connsiteX4" fmla="*/ 339630 w 609120"/>
                <a:gd name="connsiteY4" fmla="*/ 318297 h 608274"/>
                <a:gd name="connsiteX5" fmla="*/ 338263 w 609120"/>
                <a:gd name="connsiteY5" fmla="*/ 281908 h 608274"/>
                <a:gd name="connsiteX6" fmla="*/ 289074 w 609120"/>
                <a:gd name="connsiteY6" fmla="*/ 77904 h 608274"/>
                <a:gd name="connsiteX7" fmla="*/ 289074 w 609120"/>
                <a:gd name="connsiteY7" fmla="*/ 119600 h 608274"/>
                <a:gd name="connsiteX8" fmla="*/ 304560 w 609120"/>
                <a:gd name="connsiteY8" fmla="*/ 135065 h 608274"/>
                <a:gd name="connsiteX9" fmla="*/ 320045 w 609120"/>
                <a:gd name="connsiteY9" fmla="*/ 119600 h 608274"/>
                <a:gd name="connsiteX10" fmla="*/ 320045 w 609120"/>
                <a:gd name="connsiteY10" fmla="*/ 77904 h 608274"/>
                <a:gd name="connsiteX11" fmla="*/ 453722 w 609120"/>
                <a:gd name="connsiteY11" fmla="*/ 133321 h 608274"/>
                <a:gd name="connsiteX12" fmla="*/ 424269 w 609120"/>
                <a:gd name="connsiteY12" fmla="*/ 162660 h 608274"/>
                <a:gd name="connsiteX13" fmla="*/ 424269 w 609120"/>
                <a:gd name="connsiteY13" fmla="*/ 184569 h 608274"/>
                <a:gd name="connsiteX14" fmla="*/ 435200 w 609120"/>
                <a:gd name="connsiteY14" fmla="*/ 189117 h 608274"/>
                <a:gd name="connsiteX15" fmla="*/ 446207 w 609120"/>
                <a:gd name="connsiteY15" fmla="*/ 184569 h 608274"/>
                <a:gd name="connsiteX16" fmla="*/ 475584 w 609120"/>
                <a:gd name="connsiteY16" fmla="*/ 155154 h 608274"/>
                <a:gd name="connsiteX17" fmla="*/ 531074 w 609120"/>
                <a:gd name="connsiteY17" fmla="*/ 288656 h 608274"/>
                <a:gd name="connsiteX18" fmla="*/ 489324 w 609120"/>
                <a:gd name="connsiteY18" fmla="*/ 288656 h 608274"/>
                <a:gd name="connsiteX19" fmla="*/ 473838 w 609120"/>
                <a:gd name="connsiteY19" fmla="*/ 304121 h 608274"/>
                <a:gd name="connsiteX20" fmla="*/ 489324 w 609120"/>
                <a:gd name="connsiteY20" fmla="*/ 319586 h 608274"/>
                <a:gd name="connsiteX21" fmla="*/ 531074 w 609120"/>
                <a:gd name="connsiteY21" fmla="*/ 319586 h 608274"/>
                <a:gd name="connsiteX22" fmla="*/ 475660 w 609120"/>
                <a:gd name="connsiteY22" fmla="*/ 453087 h 608274"/>
                <a:gd name="connsiteX23" fmla="*/ 446207 w 609120"/>
                <a:gd name="connsiteY23" fmla="*/ 423673 h 608274"/>
                <a:gd name="connsiteX24" fmla="*/ 424269 w 609120"/>
                <a:gd name="connsiteY24" fmla="*/ 423673 h 608274"/>
                <a:gd name="connsiteX25" fmla="*/ 424269 w 609120"/>
                <a:gd name="connsiteY25" fmla="*/ 445582 h 608274"/>
                <a:gd name="connsiteX26" fmla="*/ 453722 w 609120"/>
                <a:gd name="connsiteY26" fmla="*/ 474920 h 608274"/>
                <a:gd name="connsiteX27" fmla="*/ 431556 w 609120"/>
                <a:gd name="connsiteY27" fmla="*/ 492053 h 608274"/>
                <a:gd name="connsiteX28" fmla="*/ 304560 w 609120"/>
                <a:gd name="connsiteY28" fmla="*/ 405175 h 608274"/>
                <a:gd name="connsiteX29" fmla="*/ 177563 w 609120"/>
                <a:gd name="connsiteY29" fmla="*/ 492053 h 608274"/>
                <a:gd name="connsiteX30" fmla="*/ 155397 w 609120"/>
                <a:gd name="connsiteY30" fmla="*/ 474920 h 608274"/>
                <a:gd name="connsiteX31" fmla="*/ 184850 w 609120"/>
                <a:gd name="connsiteY31" fmla="*/ 445582 h 608274"/>
                <a:gd name="connsiteX32" fmla="*/ 184850 w 609120"/>
                <a:gd name="connsiteY32" fmla="*/ 423673 h 608274"/>
                <a:gd name="connsiteX33" fmla="*/ 162912 w 609120"/>
                <a:gd name="connsiteY33" fmla="*/ 423673 h 608274"/>
                <a:gd name="connsiteX34" fmla="*/ 133535 w 609120"/>
                <a:gd name="connsiteY34" fmla="*/ 453087 h 608274"/>
                <a:gd name="connsiteX35" fmla="*/ 78045 w 609120"/>
                <a:gd name="connsiteY35" fmla="*/ 319586 h 608274"/>
                <a:gd name="connsiteX36" fmla="*/ 119795 w 609120"/>
                <a:gd name="connsiteY36" fmla="*/ 319586 h 608274"/>
                <a:gd name="connsiteX37" fmla="*/ 135281 w 609120"/>
                <a:gd name="connsiteY37" fmla="*/ 304121 h 608274"/>
                <a:gd name="connsiteX38" fmla="*/ 119795 w 609120"/>
                <a:gd name="connsiteY38" fmla="*/ 288656 h 608274"/>
                <a:gd name="connsiteX39" fmla="*/ 78045 w 609120"/>
                <a:gd name="connsiteY39" fmla="*/ 288656 h 608274"/>
                <a:gd name="connsiteX40" fmla="*/ 133535 w 609120"/>
                <a:gd name="connsiteY40" fmla="*/ 155154 h 608274"/>
                <a:gd name="connsiteX41" fmla="*/ 162912 w 609120"/>
                <a:gd name="connsiteY41" fmla="*/ 184569 h 608274"/>
                <a:gd name="connsiteX42" fmla="*/ 173919 w 609120"/>
                <a:gd name="connsiteY42" fmla="*/ 189117 h 608274"/>
                <a:gd name="connsiteX43" fmla="*/ 184850 w 609120"/>
                <a:gd name="connsiteY43" fmla="*/ 184569 h 608274"/>
                <a:gd name="connsiteX44" fmla="*/ 184850 w 609120"/>
                <a:gd name="connsiteY44" fmla="*/ 162660 h 608274"/>
                <a:gd name="connsiteX45" fmla="*/ 155397 w 609120"/>
                <a:gd name="connsiteY45" fmla="*/ 133321 h 608274"/>
                <a:gd name="connsiteX46" fmla="*/ 289074 w 609120"/>
                <a:gd name="connsiteY46" fmla="*/ 77904 h 608274"/>
                <a:gd name="connsiteX47" fmla="*/ 304560 w 609120"/>
                <a:gd name="connsiteY47" fmla="*/ 46394 h 608274"/>
                <a:gd name="connsiteX48" fmla="*/ 123282 w 609120"/>
                <a:gd name="connsiteY48" fmla="*/ 120912 h 608274"/>
                <a:gd name="connsiteX49" fmla="*/ 122067 w 609120"/>
                <a:gd name="connsiteY49" fmla="*/ 121898 h 608274"/>
                <a:gd name="connsiteX50" fmla="*/ 121080 w 609120"/>
                <a:gd name="connsiteY50" fmla="*/ 123111 h 608274"/>
                <a:gd name="connsiteX51" fmla="*/ 46458 w 609120"/>
                <a:gd name="connsiteY51" fmla="*/ 304137 h 608274"/>
                <a:gd name="connsiteX52" fmla="*/ 121080 w 609120"/>
                <a:gd name="connsiteY52" fmla="*/ 485164 h 608274"/>
                <a:gd name="connsiteX53" fmla="*/ 122067 w 609120"/>
                <a:gd name="connsiteY53" fmla="*/ 486377 h 608274"/>
                <a:gd name="connsiteX54" fmla="*/ 123282 w 609120"/>
                <a:gd name="connsiteY54" fmla="*/ 487362 h 608274"/>
                <a:gd name="connsiteX55" fmla="*/ 304560 w 609120"/>
                <a:gd name="connsiteY55" fmla="*/ 561880 h 608274"/>
                <a:gd name="connsiteX56" fmla="*/ 485838 w 609120"/>
                <a:gd name="connsiteY56" fmla="*/ 487362 h 608274"/>
                <a:gd name="connsiteX57" fmla="*/ 487053 w 609120"/>
                <a:gd name="connsiteY57" fmla="*/ 486377 h 608274"/>
                <a:gd name="connsiteX58" fmla="*/ 488040 w 609120"/>
                <a:gd name="connsiteY58" fmla="*/ 485164 h 608274"/>
                <a:gd name="connsiteX59" fmla="*/ 562662 w 609120"/>
                <a:gd name="connsiteY59" fmla="*/ 304137 h 608274"/>
                <a:gd name="connsiteX60" fmla="*/ 488040 w 609120"/>
                <a:gd name="connsiteY60" fmla="*/ 123111 h 608274"/>
                <a:gd name="connsiteX61" fmla="*/ 487053 w 609120"/>
                <a:gd name="connsiteY61" fmla="*/ 121898 h 608274"/>
                <a:gd name="connsiteX62" fmla="*/ 485838 w 609120"/>
                <a:gd name="connsiteY62" fmla="*/ 120912 h 608274"/>
                <a:gd name="connsiteX63" fmla="*/ 304560 w 609120"/>
                <a:gd name="connsiteY63" fmla="*/ 46394 h 608274"/>
                <a:gd name="connsiteX64" fmla="*/ 304560 w 609120"/>
                <a:gd name="connsiteY64" fmla="*/ 0 h 608274"/>
                <a:gd name="connsiteX65" fmla="*/ 609120 w 609120"/>
                <a:gd name="connsiteY65" fmla="*/ 304137 h 608274"/>
                <a:gd name="connsiteX66" fmla="*/ 304560 w 609120"/>
                <a:gd name="connsiteY66" fmla="*/ 608274 h 608274"/>
                <a:gd name="connsiteX67" fmla="*/ 0 w 609120"/>
                <a:gd name="connsiteY67" fmla="*/ 304137 h 608274"/>
                <a:gd name="connsiteX68" fmla="*/ 304560 w 609120"/>
                <a:gd name="connsiteY68" fmla="*/ 0 h 60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9120" h="608274">
                  <a:moveTo>
                    <a:pt x="369386" y="158945"/>
                  </a:moveTo>
                  <a:lnTo>
                    <a:pt x="295374" y="261970"/>
                  </a:lnTo>
                  <a:cubicBezTo>
                    <a:pt x="283153" y="264396"/>
                    <a:pt x="272222" y="272356"/>
                    <a:pt x="266605" y="284410"/>
                  </a:cubicBezTo>
                  <a:cubicBezTo>
                    <a:pt x="257268" y="304576"/>
                    <a:pt x="265997" y="328456"/>
                    <a:pt x="286113" y="337856"/>
                  </a:cubicBezTo>
                  <a:cubicBezTo>
                    <a:pt x="306305" y="347181"/>
                    <a:pt x="330217" y="338463"/>
                    <a:pt x="339630" y="318297"/>
                  </a:cubicBezTo>
                  <a:cubicBezTo>
                    <a:pt x="345247" y="306243"/>
                    <a:pt x="344336" y="292749"/>
                    <a:pt x="338263" y="281908"/>
                  </a:cubicBezTo>
                  <a:close/>
                  <a:moveTo>
                    <a:pt x="289074" y="77904"/>
                  </a:moveTo>
                  <a:lnTo>
                    <a:pt x="289074" y="119600"/>
                  </a:lnTo>
                  <a:cubicBezTo>
                    <a:pt x="289074" y="128090"/>
                    <a:pt x="295982" y="135065"/>
                    <a:pt x="304560" y="135065"/>
                  </a:cubicBezTo>
                  <a:cubicBezTo>
                    <a:pt x="313137" y="135065"/>
                    <a:pt x="320045" y="128090"/>
                    <a:pt x="320045" y="119600"/>
                  </a:cubicBezTo>
                  <a:lnTo>
                    <a:pt x="320045" y="77904"/>
                  </a:lnTo>
                  <a:cubicBezTo>
                    <a:pt x="371056" y="81316"/>
                    <a:pt x="417437" y="101633"/>
                    <a:pt x="453722" y="133321"/>
                  </a:cubicBezTo>
                  <a:lnTo>
                    <a:pt x="424269" y="162660"/>
                  </a:lnTo>
                  <a:cubicBezTo>
                    <a:pt x="418196" y="168724"/>
                    <a:pt x="418196" y="178504"/>
                    <a:pt x="424269" y="184569"/>
                  </a:cubicBezTo>
                  <a:cubicBezTo>
                    <a:pt x="427305" y="187601"/>
                    <a:pt x="431253" y="189117"/>
                    <a:pt x="435200" y="189117"/>
                  </a:cubicBezTo>
                  <a:cubicBezTo>
                    <a:pt x="439223" y="189117"/>
                    <a:pt x="443171" y="187601"/>
                    <a:pt x="446207" y="184569"/>
                  </a:cubicBezTo>
                  <a:lnTo>
                    <a:pt x="475584" y="155154"/>
                  </a:lnTo>
                  <a:cubicBezTo>
                    <a:pt x="507314" y="191392"/>
                    <a:pt x="527658" y="237711"/>
                    <a:pt x="531074" y="288656"/>
                  </a:cubicBezTo>
                  <a:lnTo>
                    <a:pt x="489324" y="288656"/>
                  </a:lnTo>
                  <a:cubicBezTo>
                    <a:pt x="480822" y="288656"/>
                    <a:pt x="473838" y="295554"/>
                    <a:pt x="473838" y="304121"/>
                  </a:cubicBezTo>
                  <a:cubicBezTo>
                    <a:pt x="473838" y="312687"/>
                    <a:pt x="480822" y="319586"/>
                    <a:pt x="489324" y="319586"/>
                  </a:cubicBezTo>
                  <a:lnTo>
                    <a:pt x="531074" y="319586"/>
                  </a:lnTo>
                  <a:cubicBezTo>
                    <a:pt x="527658" y="370530"/>
                    <a:pt x="507314" y="416850"/>
                    <a:pt x="475660" y="453087"/>
                  </a:cubicBezTo>
                  <a:lnTo>
                    <a:pt x="446207" y="423673"/>
                  </a:lnTo>
                  <a:cubicBezTo>
                    <a:pt x="440134" y="417608"/>
                    <a:pt x="430342" y="417608"/>
                    <a:pt x="424269" y="423673"/>
                  </a:cubicBezTo>
                  <a:cubicBezTo>
                    <a:pt x="418272" y="429738"/>
                    <a:pt x="418272" y="439517"/>
                    <a:pt x="424269" y="445582"/>
                  </a:cubicBezTo>
                  <a:lnTo>
                    <a:pt x="453722" y="474920"/>
                  </a:lnTo>
                  <a:cubicBezTo>
                    <a:pt x="446662" y="481061"/>
                    <a:pt x="439299" y="486822"/>
                    <a:pt x="431556" y="492053"/>
                  </a:cubicBezTo>
                  <a:cubicBezTo>
                    <a:pt x="411820" y="441261"/>
                    <a:pt x="362403" y="405175"/>
                    <a:pt x="304560" y="405175"/>
                  </a:cubicBezTo>
                  <a:cubicBezTo>
                    <a:pt x="246716" y="405175"/>
                    <a:pt x="197299" y="441261"/>
                    <a:pt x="177563" y="492053"/>
                  </a:cubicBezTo>
                  <a:cubicBezTo>
                    <a:pt x="169820" y="486822"/>
                    <a:pt x="162457" y="481061"/>
                    <a:pt x="155397" y="474920"/>
                  </a:cubicBezTo>
                  <a:lnTo>
                    <a:pt x="184850" y="445582"/>
                  </a:lnTo>
                  <a:cubicBezTo>
                    <a:pt x="190923" y="439517"/>
                    <a:pt x="190923" y="429738"/>
                    <a:pt x="184850" y="423673"/>
                  </a:cubicBezTo>
                  <a:cubicBezTo>
                    <a:pt x="178777" y="417608"/>
                    <a:pt x="168985" y="417608"/>
                    <a:pt x="162912" y="423673"/>
                  </a:cubicBezTo>
                  <a:lnTo>
                    <a:pt x="133535" y="453087"/>
                  </a:lnTo>
                  <a:cubicBezTo>
                    <a:pt x="101805" y="416850"/>
                    <a:pt x="81461" y="370530"/>
                    <a:pt x="78045" y="319586"/>
                  </a:cubicBezTo>
                  <a:lnTo>
                    <a:pt x="119795" y="319586"/>
                  </a:lnTo>
                  <a:cubicBezTo>
                    <a:pt x="128297" y="319586"/>
                    <a:pt x="135281" y="312687"/>
                    <a:pt x="135281" y="304121"/>
                  </a:cubicBezTo>
                  <a:cubicBezTo>
                    <a:pt x="135281" y="295554"/>
                    <a:pt x="128297" y="288656"/>
                    <a:pt x="119795" y="288656"/>
                  </a:cubicBezTo>
                  <a:lnTo>
                    <a:pt x="78045" y="288656"/>
                  </a:lnTo>
                  <a:cubicBezTo>
                    <a:pt x="81461" y="237711"/>
                    <a:pt x="101805" y="191392"/>
                    <a:pt x="133535" y="155154"/>
                  </a:cubicBezTo>
                  <a:lnTo>
                    <a:pt x="162912" y="184569"/>
                  </a:lnTo>
                  <a:cubicBezTo>
                    <a:pt x="165948" y="187601"/>
                    <a:pt x="169896" y="189117"/>
                    <a:pt x="173919" y="189117"/>
                  </a:cubicBezTo>
                  <a:cubicBezTo>
                    <a:pt x="177866" y="189117"/>
                    <a:pt x="181814" y="187601"/>
                    <a:pt x="184850" y="184569"/>
                  </a:cubicBezTo>
                  <a:cubicBezTo>
                    <a:pt x="190923" y="178504"/>
                    <a:pt x="190923" y="168724"/>
                    <a:pt x="184850" y="162660"/>
                  </a:cubicBezTo>
                  <a:lnTo>
                    <a:pt x="155397" y="133321"/>
                  </a:lnTo>
                  <a:cubicBezTo>
                    <a:pt x="191682" y="101633"/>
                    <a:pt x="238063" y="81316"/>
                    <a:pt x="289074" y="77904"/>
                  </a:cubicBezTo>
                  <a:close/>
                  <a:moveTo>
                    <a:pt x="304560" y="46394"/>
                  </a:moveTo>
                  <a:cubicBezTo>
                    <a:pt x="233962" y="46394"/>
                    <a:pt x="169892" y="74897"/>
                    <a:pt x="123282" y="120912"/>
                  </a:cubicBezTo>
                  <a:cubicBezTo>
                    <a:pt x="122902" y="121215"/>
                    <a:pt x="122446" y="121519"/>
                    <a:pt x="122067" y="121898"/>
                  </a:cubicBezTo>
                  <a:cubicBezTo>
                    <a:pt x="121687" y="122277"/>
                    <a:pt x="121384" y="122732"/>
                    <a:pt x="121080" y="123111"/>
                  </a:cubicBezTo>
                  <a:cubicBezTo>
                    <a:pt x="75001" y="169656"/>
                    <a:pt x="46458" y="233637"/>
                    <a:pt x="46458" y="304137"/>
                  </a:cubicBezTo>
                  <a:cubicBezTo>
                    <a:pt x="46458" y="374638"/>
                    <a:pt x="75001" y="438619"/>
                    <a:pt x="121080" y="485164"/>
                  </a:cubicBezTo>
                  <a:cubicBezTo>
                    <a:pt x="121384" y="485543"/>
                    <a:pt x="121687" y="485998"/>
                    <a:pt x="122067" y="486377"/>
                  </a:cubicBezTo>
                  <a:cubicBezTo>
                    <a:pt x="122446" y="486756"/>
                    <a:pt x="122902" y="487059"/>
                    <a:pt x="123282" y="487362"/>
                  </a:cubicBezTo>
                  <a:cubicBezTo>
                    <a:pt x="169892" y="533377"/>
                    <a:pt x="233962" y="561880"/>
                    <a:pt x="304560" y="561880"/>
                  </a:cubicBezTo>
                  <a:cubicBezTo>
                    <a:pt x="375158" y="561880"/>
                    <a:pt x="439228" y="533377"/>
                    <a:pt x="485838" y="487362"/>
                  </a:cubicBezTo>
                  <a:cubicBezTo>
                    <a:pt x="486294" y="487059"/>
                    <a:pt x="486674" y="486756"/>
                    <a:pt x="487053" y="486377"/>
                  </a:cubicBezTo>
                  <a:cubicBezTo>
                    <a:pt x="487433" y="485998"/>
                    <a:pt x="487736" y="485619"/>
                    <a:pt x="488040" y="485164"/>
                  </a:cubicBezTo>
                  <a:cubicBezTo>
                    <a:pt x="534119" y="438619"/>
                    <a:pt x="562662" y="374638"/>
                    <a:pt x="562662" y="304137"/>
                  </a:cubicBezTo>
                  <a:cubicBezTo>
                    <a:pt x="562662" y="233637"/>
                    <a:pt x="534119" y="169656"/>
                    <a:pt x="488040" y="123111"/>
                  </a:cubicBezTo>
                  <a:cubicBezTo>
                    <a:pt x="487736" y="122656"/>
                    <a:pt x="487433" y="122277"/>
                    <a:pt x="487053" y="121898"/>
                  </a:cubicBezTo>
                  <a:cubicBezTo>
                    <a:pt x="486674" y="121519"/>
                    <a:pt x="486218" y="121215"/>
                    <a:pt x="485838" y="120912"/>
                  </a:cubicBezTo>
                  <a:cubicBezTo>
                    <a:pt x="439228" y="74897"/>
                    <a:pt x="375158" y="46394"/>
                    <a:pt x="304560" y="46394"/>
                  </a:cubicBezTo>
                  <a:close/>
                  <a:moveTo>
                    <a:pt x="304560" y="0"/>
                  </a:moveTo>
                  <a:cubicBezTo>
                    <a:pt x="472782" y="0"/>
                    <a:pt x="609120" y="136149"/>
                    <a:pt x="609120" y="304137"/>
                  </a:cubicBezTo>
                  <a:cubicBezTo>
                    <a:pt x="609120" y="472125"/>
                    <a:pt x="472782" y="608274"/>
                    <a:pt x="304560" y="608274"/>
                  </a:cubicBezTo>
                  <a:cubicBezTo>
                    <a:pt x="136338" y="608274"/>
                    <a:pt x="0" y="472125"/>
                    <a:pt x="0" y="304137"/>
                  </a:cubicBezTo>
                  <a:cubicBezTo>
                    <a:pt x="0" y="136149"/>
                    <a:pt x="136338" y="0"/>
                    <a:pt x="30456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8979110" y="2609850"/>
            <a:ext cx="2539790" cy="2288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168726" y="2401645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8337174" y="2801755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40" name="矩形 39"/>
          <p:cNvSpPr/>
          <p:nvPr/>
        </p:nvSpPr>
        <p:spPr>
          <a:xfrm>
            <a:off x="673100" y="2609850"/>
            <a:ext cx="2539790" cy="2288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0400" y="2401645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60400" y="2801755"/>
            <a:ext cx="3181726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46" name="矩形 45"/>
          <p:cNvSpPr/>
          <p:nvPr/>
        </p:nvSpPr>
        <p:spPr>
          <a:xfrm>
            <a:off x="4633620" y="5623560"/>
            <a:ext cx="2924761" cy="225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7" name="文本占位符 7"/>
          <p:cNvSpPr txBox="1"/>
          <p:nvPr/>
        </p:nvSpPr>
        <p:spPr>
          <a:xfrm>
            <a:off x="3950574" y="4802185"/>
            <a:ext cx="4290852" cy="536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200" b="1" dirty="0">
                <a:solidFill>
                  <a:schemeClr val="accent1"/>
                </a:solidFill>
                <a:cs typeface="+mn-ea"/>
              </a:rPr>
              <a:t>请输入你的主标题</a:t>
            </a:r>
          </a:p>
        </p:txBody>
      </p:sp>
      <p:sp>
        <p:nvSpPr>
          <p:cNvPr id="48" name="文本占位符 8"/>
          <p:cNvSpPr txBox="1"/>
          <p:nvPr/>
        </p:nvSpPr>
        <p:spPr>
          <a:xfrm>
            <a:off x="3950574" y="5422840"/>
            <a:ext cx="4290852" cy="425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</a:rPr>
              <a:t>请输入你的副标题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33</a:t>
            </a:fld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2251262" y="2866751"/>
            <a:ext cx="7689475" cy="1218100"/>
            <a:chOff x="2251262" y="2866751"/>
            <a:chExt cx="7689475" cy="12181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251262" y="2866751"/>
              <a:ext cx="768947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endCxn id="22" idx="0"/>
            </p:cNvCxnSpPr>
            <p:nvPr/>
          </p:nvCxnSpPr>
          <p:spPr>
            <a:xfrm>
              <a:off x="2251263" y="2866751"/>
              <a:ext cx="0" cy="12181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endCxn id="39" idx="0"/>
            </p:cNvCxnSpPr>
            <p:nvPr/>
          </p:nvCxnSpPr>
          <p:spPr>
            <a:xfrm>
              <a:off x="6096000" y="2866751"/>
              <a:ext cx="0" cy="12181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endCxn id="47" idx="0"/>
            </p:cNvCxnSpPr>
            <p:nvPr/>
          </p:nvCxnSpPr>
          <p:spPr>
            <a:xfrm>
              <a:off x="9940737" y="2866751"/>
              <a:ext cx="0" cy="12181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 51"/>
          <p:cNvSpPr/>
          <p:nvPr/>
        </p:nvSpPr>
        <p:spPr>
          <a:xfrm>
            <a:off x="4633620" y="2071060"/>
            <a:ext cx="2924761" cy="2423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20✪</a:t>
            </a:r>
            <a:r>
              <a:rPr lang="zh-CN" altLang="en-US" dirty="0">
                <a:ea typeface="+mn-ea"/>
                <a:cs typeface="+mn-ea"/>
              </a:rPr>
              <a:t>层次关系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88882" y="4896551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0400" y="5351881"/>
            <a:ext cx="3181726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图片、图表或图形将会更改以匹配新的主题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33619" y="4896551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05137" y="5351881"/>
            <a:ext cx="3181726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图片、图表或图形将会更改以匹配新的主题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478356" y="4896551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349874" y="5351881"/>
            <a:ext cx="3181726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图片、图表或图形将会更改以匹配新的主题</a:t>
            </a:r>
          </a:p>
        </p:txBody>
      </p:sp>
      <p:grpSp>
        <p:nvGrpSpPr>
          <p:cNvPr id="21" name="Group 7"/>
          <p:cNvGrpSpPr/>
          <p:nvPr/>
        </p:nvGrpSpPr>
        <p:grpSpPr>
          <a:xfrm>
            <a:off x="1923720" y="4084851"/>
            <a:ext cx="655086" cy="655086"/>
            <a:chOff x="10010259" y="3170881"/>
            <a:chExt cx="820800" cy="820800"/>
          </a:xfrm>
        </p:grpSpPr>
        <p:sp>
          <p:nvSpPr>
            <p:cNvPr id="22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3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24" name="ïśļiḑé"/>
            <p:cNvSpPr/>
            <p:nvPr/>
          </p:nvSpPr>
          <p:spPr>
            <a:xfrm>
              <a:off x="10203885" y="3359753"/>
              <a:ext cx="433547" cy="443294"/>
            </a:xfrm>
            <a:custGeom>
              <a:avLst/>
              <a:gdLst>
                <a:gd name="connsiteX0" fmla="*/ 213146 w 589931"/>
                <a:gd name="connsiteY0" fmla="*/ 526615 h 603193"/>
                <a:gd name="connsiteX1" fmla="*/ 213146 w 589931"/>
                <a:gd name="connsiteY1" fmla="*/ 585675 h 603193"/>
                <a:gd name="connsiteX2" fmla="*/ 400206 w 589931"/>
                <a:gd name="connsiteY2" fmla="*/ 585675 h 603193"/>
                <a:gd name="connsiteX3" fmla="*/ 400206 w 589931"/>
                <a:gd name="connsiteY3" fmla="*/ 526615 h 603193"/>
                <a:gd name="connsiteX4" fmla="*/ 175558 w 589931"/>
                <a:gd name="connsiteY4" fmla="*/ 332292 h 603193"/>
                <a:gd name="connsiteX5" fmla="*/ 352470 w 589931"/>
                <a:gd name="connsiteY5" fmla="*/ 509097 h 603193"/>
                <a:gd name="connsiteX6" fmla="*/ 417747 w 589931"/>
                <a:gd name="connsiteY6" fmla="*/ 509097 h 603193"/>
                <a:gd name="connsiteX7" fmla="*/ 417747 w 589931"/>
                <a:gd name="connsiteY7" fmla="*/ 603193 h 603193"/>
                <a:gd name="connsiteX8" fmla="*/ 195605 w 589931"/>
                <a:gd name="connsiteY8" fmla="*/ 603193 h 603193"/>
                <a:gd name="connsiteX9" fmla="*/ 195605 w 589931"/>
                <a:gd name="connsiteY9" fmla="*/ 509097 h 603193"/>
                <a:gd name="connsiteX10" fmla="*/ 204250 w 589931"/>
                <a:gd name="connsiteY10" fmla="*/ 509097 h 603193"/>
                <a:gd name="connsiteX11" fmla="*/ 100132 w 589931"/>
                <a:gd name="connsiteY11" fmla="*/ 405116 h 603193"/>
                <a:gd name="connsiteX12" fmla="*/ 149748 w 589931"/>
                <a:gd name="connsiteY12" fmla="*/ 378589 h 603193"/>
                <a:gd name="connsiteX13" fmla="*/ 175558 w 589931"/>
                <a:gd name="connsiteY13" fmla="*/ 332292 h 603193"/>
                <a:gd name="connsiteX14" fmla="*/ 85031 w 589931"/>
                <a:gd name="connsiteY14" fmla="*/ 272382 h 603193"/>
                <a:gd name="connsiteX15" fmla="*/ 118832 w 589931"/>
                <a:gd name="connsiteY15" fmla="*/ 306042 h 603193"/>
                <a:gd name="connsiteX16" fmla="*/ 85031 w 589931"/>
                <a:gd name="connsiteY16" fmla="*/ 339702 h 603193"/>
                <a:gd name="connsiteX17" fmla="*/ 51230 w 589931"/>
                <a:gd name="connsiteY17" fmla="*/ 306042 h 603193"/>
                <a:gd name="connsiteX18" fmla="*/ 85031 w 589931"/>
                <a:gd name="connsiteY18" fmla="*/ 272382 h 603193"/>
                <a:gd name="connsiteX19" fmla="*/ 85102 w 589931"/>
                <a:gd name="connsiteY19" fmla="*/ 242228 h 603193"/>
                <a:gd name="connsiteX20" fmla="*/ 21181 w 589931"/>
                <a:gd name="connsiteY20" fmla="*/ 306042 h 603193"/>
                <a:gd name="connsiteX21" fmla="*/ 85102 w 589931"/>
                <a:gd name="connsiteY21" fmla="*/ 369731 h 603193"/>
                <a:gd name="connsiteX22" fmla="*/ 148897 w 589931"/>
                <a:gd name="connsiteY22" fmla="*/ 306042 h 603193"/>
                <a:gd name="connsiteX23" fmla="*/ 85102 w 589931"/>
                <a:gd name="connsiteY23" fmla="*/ 242228 h 603193"/>
                <a:gd name="connsiteX24" fmla="*/ 85102 w 589931"/>
                <a:gd name="connsiteY24" fmla="*/ 221081 h 603193"/>
                <a:gd name="connsiteX25" fmla="*/ 169703 w 589931"/>
                <a:gd name="connsiteY25" fmla="*/ 297408 h 603193"/>
                <a:gd name="connsiteX26" fmla="*/ 170204 w 589931"/>
                <a:gd name="connsiteY26" fmla="*/ 306042 h 603193"/>
                <a:gd name="connsiteX27" fmla="*/ 85102 w 589931"/>
                <a:gd name="connsiteY27" fmla="*/ 391002 h 603193"/>
                <a:gd name="connsiteX28" fmla="*/ 0 w 589931"/>
                <a:gd name="connsiteY28" fmla="*/ 306042 h 603193"/>
                <a:gd name="connsiteX29" fmla="*/ 85102 w 589931"/>
                <a:gd name="connsiteY29" fmla="*/ 221081 h 603193"/>
                <a:gd name="connsiteX30" fmla="*/ 412008 w 589931"/>
                <a:gd name="connsiteY30" fmla="*/ 0 h 603193"/>
                <a:gd name="connsiteX31" fmla="*/ 546850 w 589931"/>
                <a:gd name="connsiteY31" fmla="*/ 8384 h 603193"/>
                <a:gd name="connsiteX32" fmla="*/ 553743 w 589931"/>
                <a:gd name="connsiteY32" fmla="*/ 11762 h 603193"/>
                <a:gd name="connsiteX33" fmla="*/ 556249 w 589931"/>
                <a:gd name="connsiteY33" fmla="*/ 19020 h 603193"/>
                <a:gd name="connsiteX34" fmla="*/ 550986 w 589931"/>
                <a:gd name="connsiteY34" fmla="*/ 27278 h 603193"/>
                <a:gd name="connsiteX35" fmla="*/ 546349 w 589931"/>
                <a:gd name="connsiteY35" fmla="*/ 28404 h 603193"/>
                <a:gd name="connsiteX36" fmla="*/ 545472 w 589931"/>
                <a:gd name="connsiteY36" fmla="*/ 28404 h 603193"/>
                <a:gd name="connsiteX37" fmla="*/ 418525 w 589931"/>
                <a:gd name="connsiteY37" fmla="*/ 20396 h 603193"/>
                <a:gd name="connsiteX38" fmla="*/ 395216 w 589931"/>
                <a:gd name="connsiteY38" fmla="*/ 79582 h 603193"/>
                <a:gd name="connsiteX39" fmla="*/ 439578 w 589931"/>
                <a:gd name="connsiteY39" fmla="*/ 159914 h 603193"/>
                <a:gd name="connsiteX40" fmla="*/ 509004 w 589931"/>
                <a:gd name="connsiteY40" fmla="*/ 173678 h 603193"/>
                <a:gd name="connsiteX41" fmla="*/ 571162 w 589931"/>
                <a:gd name="connsiteY41" fmla="*/ 62815 h 603193"/>
                <a:gd name="connsiteX42" fmla="*/ 574922 w 589931"/>
                <a:gd name="connsiteY42" fmla="*/ 58936 h 603193"/>
                <a:gd name="connsiteX43" fmla="*/ 584822 w 589931"/>
                <a:gd name="connsiteY43" fmla="*/ 58936 h 603193"/>
                <a:gd name="connsiteX44" fmla="*/ 588707 w 589931"/>
                <a:gd name="connsiteY44" fmla="*/ 72575 h 603193"/>
                <a:gd name="connsiteX45" fmla="*/ 522915 w 589931"/>
                <a:gd name="connsiteY45" fmla="*/ 189820 h 603193"/>
                <a:gd name="connsiteX46" fmla="*/ 514268 w 589931"/>
                <a:gd name="connsiteY46" fmla="*/ 194950 h 603193"/>
                <a:gd name="connsiteX47" fmla="*/ 512263 w 589931"/>
                <a:gd name="connsiteY47" fmla="*/ 194825 h 603193"/>
                <a:gd name="connsiteX48" fmla="*/ 453739 w 589931"/>
                <a:gd name="connsiteY48" fmla="*/ 183063 h 603193"/>
                <a:gd name="connsiteX49" fmla="*/ 455869 w 589931"/>
                <a:gd name="connsiteY49" fmla="*/ 185690 h 603193"/>
                <a:gd name="connsiteX50" fmla="*/ 445593 w 589931"/>
                <a:gd name="connsiteY50" fmla="*/ 189820 h 603193"/>
                <a:gd name="connsiteX51" fmla="*/ 405617 w 589931"/>
                <a:gd name="connsiteY51" fmla="*/ 210966 h 603193"/>
                <a:gd name="connsiteX52" fmla="*/ 395717 w 589931"/>
                <a:gd name="connsiteY52" fmla="*/ 192322 h 603193"/>
                <a:gd name="connsiteX53" fmla="*/ 180295 w 589931"/>
                <a:gd name="connsiteY53" fmla="*/ 308441 h 603193"/>
                <a:gd name="connsiteX54" fmla="*/ 167763 w 589931"/>
                <a:gd name="connsiteY54" fmla="*/ 253260 h 603193"/>
                <a:gd name="connsiteX55" fmla="*/ 128288 w 589931"/>
                <a:gd name="connsiteY55" fmla="*/ 214970 h 603193"/>
                <a:gd name="connsiteX56" fmla="*/ 346718 w 589931"/>
                <a:gd name="connsiteY56" fmla="*/ 99727 h 603193"/>
                <a:gd name="connsiteX57" fmla="*/ 336817 w 589931"/>
                <a:gd name="connsiteY57" fmla="*/ 80958 h 603193"/>
                <a:gd name="connsiteX58" fmla="*/ 382684 w 589931"/>
                <a:gd name="connsiteY58" fmla="*/ 56808 h 603193"/>
                <a:gd name="connsiteX59" fmla="*/ 402609 w 589931"/>
                <a:gd name="connsiteY59" fmla="*/ 6257 h 603193"/>
                <a:gd name="connsiteX60" fmla="*/ 412008 w 589931"/>
                <a:gd name="connsiteY60" fmla="*/ 0 h 60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89931" h="603193">
                  <a:moveTo>
                    <a:pt x="213146" y="526615"/>
                  </a:moveTo>
                  <a:lnTo>
                    <a:pt x="213146" y="585675"/>
                  </a:lnTo>
                  <a:lnTo>
                    <a:pt x="400206" y="585675"/>
                  </a:lnTo>
                  <a:lnTo>
                    <a:pt x="400206" y="526615"/>
                  </a:lnTo>
                  <a:close/>
                  <a:moveTo>
                    <a:pt x="175558" y="332292"/>
                  </a:moveTo>
                  <a:lnTo>
                    <a:pt x="352470" y="509097"/>
                  </a:lnTo>
                  <a:lnTo>
                    <a:pt x="417747" y="509097"/>
                  </a:lnTo>
                  <a:lnTo>
                    <a:pt x="417747" y="603193"/>
                  </a:lnTo>
                  <a:lnTo>
                    <a:pt x="195605" y="603193"/>
                  </a:lnTo>
                  <a:lnTo>
                    <a:pt x="195605" y="509097"/>
                  </a:lnTo>
                  <a:lnTo>
                    <a:pt x="204250" y="509097"/>
                  </a:lnTo>
                  <a:lnTo>
                    <a:pt x="100132" y="405116"/>
                  </a:lnTo>
                  <a:cubicBezTo>
                    <a:pt x="100132" y="405116"/>
                    <a:pt x="124438" y="403865"/>
                    <a:pt x="149748" y="378589"/>
                  </a:cubicBezTo>
                  <a:cubicBezTo>
                    <a:pt x="175057" y="353439"/>
                    <a:pt x="175558" y="332292"/>
                    <a:pt x="175558" y="332292"/>
                  </a:cubicBezTo>
                  <a:close/>
                  <a:moveTo>
                    <a:pt x="85031" y="272382"/>
                  </a:moveTo>
                  <a:cubicBezTo>
                    <a:pt x="103699" y="272382"/>
                    <a:pt x="118832" y="287452"/>
                    <a:pt x="118832" y="306042"/>
                  </a:cubicBezTo>
                  <a:cubicBezTo>
                    <a:pt x="118832" y="324632"/>
                    <a:pt x="103699" y="339702"/>
                    <a:pt x="85031" y="339702"/>
                  </a:cubicBezTo>
                  <a:cubicBezTo>
                    <a:pt x="66363" y="339702"/>
                    <a:pt x="51230" y="324632"/>
                    <a:pt x="51230" y="306042"/>
                  </a:cubicBezTo>
                  <a:cubicBezTo>
                    <a:pt x="51230" y="287452"/>
                    <a:pt x="66363" y="272382"/>
                    <a:pt x="85031" y="272382"/>
                  </a:cubicBezTo>
                  <a:close/>
                  <a:moveTo>
                    <a:pt x="85102" y="242228"/>
                  </a:moveTo>
                  <a:cubicBezTo>
                    <a:pt x="49883" y="242228"/>
                    <a:pt x="21181" y="270881"/>
                    <a:pt x="21181" y="306042"/>
                  </a:cubicBezTo>
                  <a:cubicBezTo>
                    <a:pt x="21181" y="341202"/>
                    <a:pt x="49883" y="369731"/>
                    <a:pt x="85102" y="369731"/>
                  </a:cubicBezTo>
                  <a:cubicBezTo>
                    <a:pt x="120321" y="369731"/>
                    <a:pt x="148897" y="341202"/>
                    <a:pt x="148897" y="306042"/>
                  </a:cubicBezTo>
                  <a:cubicBezTo>
                    <a:pt x="148897" y="270881"/>
                    <a:pt x="120321" y="242228"/>
                    <a:pt x="85102" y="242228"/>
                  </a:cubicBezTo>
                  <a:close/>
                  <a:moveTo>
                    <a:pt x="85102" y="221081"/>
                  </a:moveTo>
                  <a:cubicBezTo>
                    <a:pt x="128969" y="221081"/>
                    <a:pt x="165316" y="253864"/>
                    <a:pt x="169703" y="297408"/>
                  </a:cubicBezTo>
                  <a:cubicBezTo>
                    <a:pt x="170079" y="300286"/>
                    <a:pt x="170204" y="303164"/>
                    <a:pt x="170204" y="306042"/>
                  </a:cubicBezTo>
                  <a:cubicBezTo>
                    <a:pt x="170204" y="352839"/>
                    <a:pt x="131977" y="391002"/>
                    <a:pt x="85102" y="391002"/>
                  </a:cubicBezTo>
                  <a:cubicBezTo>
                    <a:pt x="38101" y="391002"/>
                    <a:pt x="0" y="352839"/>
                    <a:pt x="0" y="306042"/>
                  </a:cubicBezTo>
                  <a:cubicBezTo>
                    <a:pt x="0" y="259120"/>
                    <a:pt x="38101" y="221081"/>
                    <a:pt x="85102" y="221081"/>
                  </a:cubicBezTo>
                  <a:close/>
                  <a:moveTo>
                    <a:pt x="412008" y="0"/>
                  </a:moveTo>
                  <a:lnTo>
                    <a:pt x="546850" y="8384"/>
                  </a:lnTo>
                  <a:cubicBezTo>
                    <a:pt x="549482" y="8509"/>
                    <a:pt x="551988" y="9760"/>
                    <a:pt x="553743" y="11762"/>
                  </a:cubicBezTo>
                  <a:cubicBezTo>
                    <a:pt x="555497" y="13764"/>
                    <a:pt x="556375" y="16392"/>
                    <a:pt x="556249" y="19020"/>
                  </a:cubicBezTo>
                  <a:cubicBezTo>
                    <a:pt x="555999" y="22523"/>
                    <a:pt x="553993" y="25526"/>
                    <a:pt x="550986" y="27278"/>
                  </a:cubicBezTo>
                  <a:cubicBezTo>
                    <a:pt x="549482" y="28029"/>
                    <a:pt x="547853" y="28404"/>
                    <a:pt x="546349" y="28404"/>
                  </a:cubicBezTo>
                  <a:lnTo>
                    <a:pt x="545472" y="28404"/>
                  </a:lnTo>
                  <a:lnTo>
                    <a:pt x="418525" y="20396"/>
                  </a:lnTo>
                  <a:lnTo>
                    <a:pt x="395216" y="79582"/>
                  </a:lnTo>
                  <a:lnTo>
                    <a:pt x="439578" y="159914"/>
                  </a:lnTo>
                  <a:lnTo>
                    <a:pt x="509004" y="173678"/>
                  </a:lnTo>
                  <a:lnTo>
                    <a:pt x="571162" y="62815"/>
                  </a:lnTo>
                  <a:cubicBezTo>
                    <a:pt x="572039" y="61188"/>
                    <a:pt x="573292" y="59937"/>
                    <a:pt x="574922" y="58936"/>
                  </a:cubicBezTo>
                  <a:cubicBezTo>
                    <a:pt x="577929" y="57309"/>
                    <a:pt x="581814" y="57309"/>
                    <a:pt x="584822" y="58936"/>
                  </a:cubicBezTo>
                  <a:cubicBezTo>
                    <a:pt x="589584" y="61563"/>
                    <a:pt x="591338" y="67695"/>
                    <a:pt x="588707" y="72575"/>
                  </a:cubicBezTo>
                  <a:lnTo>
                    <a:pt x="522915" y="189820"/>
                  </a:lnTo>
                  <a:cubicBezTo>
                    <a:pt x="521285" y="193073"/>
                    <a:pt x="517902" y="194950"/>
                    <a:pt x="514268" y="194950"/>
                  </a:cubicBezTo>
                  <a:cubicBezTo>
                    <a:pt x="513641" y="194950"/>
                    <a:pt x="512889" y="194950"/>
                    <a:pt x="512263" y="194825"/>
                  </a:cubicBezTo>
                  <a:lnTo>
                    <a:pt x="453739" y="183063"/>
                  </a:lnTo>
                  <a:lnTo>
                    <a:pt x="455869" y="185690"/>
                  </a:lnTo>
                  <a:lnTo>
                    <a:pt x="445593" y="189820"/>
                  </a:lnTo>
                  <a:lnTo>
                    <a:pt x="405617" y="210966"/>
                  </a:lnTo>
                  <a:lnTo>
                    <a:pt x="395717" y="192322"/>
                  </a:lnTo>
                  <a:lnTo>
                    <a:pt x="180295" y="308441"/>
                  </a:lnTo>
                  <a:cubicBezTo>
                    <a:pt x="180295" y="308441"/>
                    <a:pt x="190697" y="290923"/>
                    <a:pt x="167763" y="253260"/>
                  </a:cubicBezTo>
                  <a:cubicBezTo>
                    <a:pt x="144830" y="215596"/>
                    <a:pt x="128288" y="214970"/>
                    <a:pt x="128288" y="214970"/>
                  </a:cubicBezTo>
                  <a:lnTo>
                    <a:pt x="346718" y="99727"/>
                  </a:lnTo>
                  <a:lnTo>
                    <a:pt x="336817" y="80958"/>
                  </a:lnTo>
                  <a:lnTo>
                    <a:pt x="382684" y="56808"/>
                  </a:lnTo>
                  <a:lnTo>
                    <a:pt x="402609" y="6257"/>
                  </a:lnTo>
                  <a:cubicBezTo>
                    <a:pt x="404113" y="2378"/>
                    <a:pt x="407622" y="0"/>
                    <a:pt x="41200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38" name="Group 7"/>
          <p:cNvGrpSpPr/>
          <p:nvPr/>
        </p:nvGrpSpPr>
        <p:grpSpPr>
          <a:xfrm>
            <a:off x="5768457" y="4084851"/>
            <a:ext cx="655086" cy="655086"/>
            <a:chOff x="10010259" y="3170881"/>
            <a:chExt cx="820800" cy="820800"/>
          </a:xfrm>
        </p:grpSpPr>
        <p:sp>
          <p:nvSpPr>
            <p:cNvPr id="39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0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1" name="ïśļiḑé"/>
            <p:cNvSpPr/>
            <p:nvPr/>
          </p:nvSpPr>
          <p:spPr>
            <a:xfrm>
              <a:off x="10199011" y="3368237"/>
              <a:ext cx="443294" cy="426325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46" name="Group 7"/>
          <p:cNvGrpSpPr/>
          <p:nvPr/>
        </p:nvGrpSpPr>
        <p:grpSpPr>
          <a:xfrm>
            <a:off x="9613194" y="4084851"/>
            <a:ext cx="655086" cy="655086"/>
            <a:chOff x="10010259" y="3170881"/>
            <a:chExt cx="820800" cy="820800"/>
          </a:xfrm>
        </p:grpSpPr>
        <p:sp>
          <p:nvSpPr>
            <p:cNvPr id="47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8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49" name="ïśļiḑé"/>
            <p:cNvSpPr/>
            <p:nvPr/>
          </p:nvSpPr>
          <p:spPr>
            <a:xfrm>
              <a:off x="10199011" y="3392771"/>
              <a:ext cx="443293" cy="377256"/>
            </a:xfrm>
            <a:custGeom>
              <a:avLst/>
              <a:gdLst>
                <a:gd name="T0" fmla="*/ 233 w 1299"/>
                <a:gd name="T1" fmla="*/ 5 h 1107"/>
                <a:gd name="T2" fmla="*/ 0 w 1299"/>
                <a:gd name="T3" fmla="*/ 122 h 1107"/>
                <a:gd name="T4" fmla="*/ 0 w 1299"/>
                <a:gd name="T5" fmla="*/ 168 h 1107"/>
                <a:gd name="T6" fmla="*/ 233 w 1299"/>
                <a:gd name="T7" fmla="*/ 962 h 1107"/>
                <a:gd name="T8" fmla="*/ 0 w 1299"/>
                <a:gd name="T9" fmla="*/ 168 h 1107"/>
                <a:gd name="T10" fmla="*/ 116 w 1299"/>
                <a:gd name="T11" fmla="*/ 888 h 1107"/>
                <a:gd name="T12" fmla="*/ 116 w 1299"/>
                <a:gd name="T13" fmla="*/ 742 h 1107"/>
                <a:gd name="T14" fmla="*/ 0 w 1299"/>
                <a:gd name="T15" fmla="*/ 1102 h 1107"/>
                <a:gd name="T16" fmla="*/ 233 w 1299"/>
                <a:gd name="T17" fmla="*/ 1008 h 1107"/>
                <a:gd name="T18" fmla="*/ 0 w 1299"/>
                <a:gd name="T19" fmla="*/ 1102 h 1107"/>
                <a:gd name="T20" fmla="*/ 280 w 1299"/>
                <a:gd name="T21" fmla="*/ 1008 h 1107"/>
                <a:gd name="T22" fmla="*/ 583 w 1299"/>
                <a:gd name="T23" fmla="*/ 1102 h 1107"/>
                <a:gd name="T24" fmla="*/ 443 w 1299"/>
                <a:gd name="T25" fmla="*/ 962 h 1107"/>
                <a:gd name="T26" fmla="*/ 280 w 1299"/>
                <a:gd name="T27" fmla="*/ 321 h 1107"/>
                <a:gd name="T28" fmla="*/ 583 w 1299"/>
                <a:gd name="T29" fmla="*/ 321 h 1107"/>
                <a:gd name="T30" fmla="*/ 280 w 1299"/>
                <a:gd name="T31" fmla="*/ 238 h 1107"/>
                <a:gd name="T32" fmla="*/ 280 w 1299"/>
                <a:gd name="T33" fmla="*/ 371 h 1107"/>
                <a:gd name="T34" fmla="*/ 443 w 1299"/>
                <a:gd name="T35" fmla="*/ 915 h 1107"/>
                <a:gd name="T36" fmla="*/ 583 w 1299"/>
                <a:gd name="T37" fmla="*/ 374 h 1107"/>
                <a:gd name="T38" fmla="*/ 280 w 1299"/>
                <a:gd name="T39" fmla="*/ 371 h 1107"/>
                <a:gd name="T40" fmla="*/ 918 w 1299"/>
                <a:gd name="T41" fmla="*/ 33 h 1107"/>
                <a:gd name="T42" fmla="*/ 1102 w 1299"/>
                <a:gd name="T43" fmla="*/ 114 h 1107"/>
                <a:gd name="T44" fmla="*/ 1270 w 1299"/>
                <a:gd name="T45" fmla="*/ 937 h 1107"/>
                <a:gd name="T46" fmla="*/ 951 w 1299"/>
                <a:gd name="T47" fmla="*/ 193 h 1107"/>
                <a:gd name="T48" fmla="*/ 1270 w 1299"/>
                <a:gd name="T49" fmla="*/ 937 h 1107"/>
                <a:gd name="T50" fmla="*/ 1145 w 1299"/>
                <a:gd name="T51" fmla="*/ 738 h 1107"/>
                <a:gd name="T52" fmla="*/ 1174 w 1299"/>
                <a:gd name="T53" fmla="*/ 881 h 1107"/>
                <a:gd name="T54" fmla="*/ 1280 w 1299"/>
                <a:gd name="T55" fmla="*/ 983 h 1107"/>
                <a:gd name="T56" fmla="*/ 1139 w 1299"/>
                <a:gd name="T57" fmla="*/ 1107 h 1107"/>
                <a:gd name="T58" fmla="*/ 1280 w 1299"/>
                <a:gd name="T59" fmla="*/ 983 h 1107"/>
                <a:gd name="T60" fmla="*/ 887 w 1299"/>
                <a:gd name="T61" fmla="*/ 122 h 1107"/>
                <a:gd name="T62" fmla="*/ 653 w 1299"/>
                <a:gd name="T63" fmla="*/ 5 h 1107"/>
                <a:gd name="T64" fmla="*/ 653 w 1299"/>
                <a:gd name="T65" fmla="*/ 1102 h 1107"/>
                <a:gd name="T66" fmla="*/ 887 w 1299"/>
                <a:gd name="T67" fmla="*/ 1008 h 1107"/>
                <a:gd name="T68" fmla="*/ 653 w 1299"/>
                <a:gd name="T69" fmla="*/ 1102 h 1107"/>
                <a:gd name="T70" fmla="*/ 887 w 1299"/>
                <a:gd name="T71" fmla="*/ 845 h 1107"/>
                <a:gd name="T72" fmla="*/ 653 w 1299"/>
                <a:gd name="T73" fmla="*/ 285 h 1107"/>
                <a:gd name="T74" fmla="*/ 653 w 1299"/>
                <a:gd name="T75" fmla="*/ 962 h 1107"/>
                <a:gd name="T76" fmla="*/ 887 w 1299"/>
                <a:gd name="T77" fmla="*/ 892 h 1107"/>
                <a:gd name="T78" fmla="*/ 653 w 1299"/>
                <a:gd name="T79" fmla="*/ 962 h 1107"/>
                <a:gd name="T80" fmla="*/ 887 w 1299"/>
                <a:gd name="T81" fmla="*/ 238 h 1107"/>
                <a:gd name="T82" fmla="*/ 653 w 1299"/>
                <a:gd name="T83" fmla="*/ 168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99" h="1107">
                  <a:moveTo>
                    <a:pt x="0" y="5"/>
                  </a:moveTo>
                  <a:lnTo>
                    <a:pt x="233" y="5"/>
                  </a:lnTo>
                  <a:lnTo>
                    <a:pt x="233" y="122"/>
                  </a:lnTo>
                  <a:lnTo>
                    <a:pt x="0" y="122"/>
                  </a:lnTo>
                  <a:lnTo>
                    <a:pt x="0" y="5"/>
                  </a:lnTo>
                  <a:close/>
                  <a:moveTo>
                    <a:pt x="0" y="168"/>
                  </a:moveTo>
                  <a:lnTo>
                    <a:pt x="233" y="168"/>
                  </a:lnTo>
                  <a:lnTo>
                    <a:pt x="233" y="962"/>
                  </a:lnTo>
                  <a:lnTo>
                    <a:pt x="0" y="962"/>
                  </a:lnTo>
                  <a:lnTo>
                    <a:pt x="0" y="168"/>
                  </a:lnTo>
                  <a:close/>
                  <a:moveTo>
                    <a:pt x="43" y="815"/>
                  </a:moveTo>
                  <a:cubicBezTo>
                    <a:pt x="43" y="855"/>
                    <a:pt x="75" y="888"/>
                    <a:pt x="116" y="888"/>
                  </a:cubicBezTo>
                  <a:cubicBezTo>
                    <a:pt x="156" y="888"/>
                    <a:pt x="189" y="855"/>
                    <a:pt x="189" y="815"/>
                  </a:cubicBezTo>
                  <a:cubicBezTo>
                    <a:pt x="189" y="775"/>
                    <a:pt x="156" y="742"/>
                    <a:pt x="116" y="742"/>
                  </a:cubicBezTo>
                  <a:cubicBezTo>
                    <a:pt x="75" y="742"/>
                    <a:pt x="43" y="775"/>
                    <a:pt x="43" y="815"/>
                  </a:cubicBezTo>
                  <a:close/>
                  <a:moveTo>
                    <a:pt x="0" y="1102"/>
                  </a:moveTo>
                  <a:lnTo>
                    <a:pt x="233" y="1102"/>
                  </a:lnTo>
                  <a:lnTo>
                    <a:pt x="233" y="1008"/>
                  </a:lnTo>
                  <a:lnTo>
                    <a:pt x="0" y="1008"/>
                  </a:lnTo>
                  <a:lnTo>
                    <a:pt x="0" y="1102"/>
                  </a:lnTo>
                  <a:close/>
                  <a:moveTo>
                    <a:pt x="280" y="992"/>
                  </a:moveTo>
                  <a:lnTo>
                    <a:pt x="280" y="1008"/>
                  </a:lnTo>
                  <a:lnTo>
                    <a:pt x="280" y="1102"/>
                  </a:lnTo>
                  <a:lnTo>
                    <a:pt x="583" y="1102"/>
                  </a:lnTo>
                  <a:lnTo>
                    <a:pt x="583" y="991"/>
                  </a:lnTo>
                  <a:cubicBezTo>
                    <a:pt x="571" y="983"/>
                    <a:pt x="532" y="962"/>
                    <a:pt x="443" y="962"/>
                  </a:cubicBezTo>
                  <a:cubicBezTo>
                    <a:pt x="359" y="962"/>
                    <a:pt x="305" y="981"/>
                    <a:pt x="280" y="992"/>
                  </a:cubicBezTo>
                  <a:close/>
                  <a:moveTo>
                    <a:pt x="280" y="321"/>
                  </a:moveTo>
                  <a:cubicBezTo>
                    <a:pt x="305" y="332"/>
                    <a:pt x="359" y="351"/>
                    <a:pt x="443" y="351"/>
                  </a:cubicBezTo>
                  <a:cubicBezTo>
                    <a:pt x="532" y="351"/>
                    <a:pt x="570" y="330"/>
                    <a:pt x="583" y="321"/>
                  </a:cubicBezTo>
                  <a:lnTo>
                    <a:pt x="583" y="238"/>
                  </a:lnTo>
                  <a:lnTo>
                    <a:pt x="280" y="238"/>
                  </a:lnTo>
                  <a:lnTo>
                    <a:pt x="280" y="321"/>
                  </a:lnTo>
                  <a:close/>
                  <a:moveTo>
                    <a:pt x="280" y="371"/>
                  </a:moveTo>
                  <a:lnTo>
                    <a:pt x="280" y="941"/>
                  </a:lnTo>
                  <a:cubicBezTo>
                    <a:pt x="314" y="929"/>
                    <a:pt x="368" y="915"/>
                    <a:pt x="443" y="915"/>
                  </a:cubicBezTo>
                  <a:cubicBezTo>
                    <a:pt x="511" y="915"/>
                    <a:pt x="556" y="926"/>
                    <a:pt x="583" y="939"/>
                  </a:cubicBezTo>
                  <a:lnTo>
                    <a:pt x="583" y="374"/>
                  </a:lnTo>
                  <a:cubicBezTo>
                    <a:pt x="556" y="386"/>
                    <a:pt x="511" y="398"/>
                    <a:pt x="443" y="398"/>
                  </a:cubicBezTo>
                  <a:cubicBezTo>
                    <a:pt x="368" y="398"/>
                    <a:pt x="314" y="384"/>
                    <a:pt x="280" y="371"/>
                  </a:cubicBezTo>
                  <a:close/>
                  <a:moveTo>
                    <a:pt x="1078" y="0"/>
                  </a:moveTo>
                  <a:lnTo>
                    <a:pt x="918" y="33"/>
                  </a:lnTo>
                  <a:lnTo>
                    <a:pt x="942" y="147"/>
                  </a:lnTo>
                  <a:lnTo>
                    <a:pt x="1102" y="114"/>
                  </a:lnTo>
                  <a:lnTo>
                    <a:pt x="1078" y="0"/>
                  </a:lnTo>
                  <a:close/>
                  <a:moveTo>
                    <a:pt x="1270" y="937"/>
                  </a:moveTo>
                  <a:lnTo>
                    <a:pt x="1110" y="970"/>
                  </a:lnTo>
                  <a:lnTo>
                    <a:pt x="951" y="193"/>
                  </a:lnTo>
                  <a:lnTo>
                    <a:pt x="1111" y="160"/>
                  </a:lnTo>
                  <a:lnTo>
                    <a:pt x="1270" y="937"/>
                  </a:lnTo>
                  <a:close/>
                  <a:moveTo>
                    <a:pt x="1215" y="798"/>
                  </a:moveTo>
                  <a:cubicBezTo>
                    <a:pt x="1207" y="759"/>
                    <a:pt x="1175" y="732"/>
                    <a:pt x="1145" y="738"/>
                  </a:cubicBezTo>
                  <a:cubicBezTo>
                    <a:pt x="1114" y="745"/>
                    <a:pt x="1095" y="782"/>
                    <a:pt x="1104" y="821"/>
                  </a:cubicBezTo>
                  <a:cubicBezTo>
                    <a:pt x="1112" y="861"/>
                    <a:pt x="1143" y="888"/>
                    <a:pt x="1174" y="881"/>
                  </a:cubicBezTo>
                  <a:cubicBezTo>
                    <a:pt x="1205" y="875"/>
                    <a:pt x="1223" y="838"/>
                    <a:pt x="1215" y="798"/>
                  </a:cubicBezTo>
                  <a:close/>
                  <a:moveTo>
                    <a:pt x="1280" y="983"/>
                  </a:moveTo>
                  <a:lnTo>
                    <a:pt x="1120" y="1015"/>
                  </a:lnTo>
                  <a:lnTo>
                    <a:pt x="1139" y="1107"/>
                  </a:lnTo>
                  <a:lnTo>
                    <a:pt x="1299" y="1074"/>
                  </a:lnTo>
                  <a:lnTo>
                    <a:pt x="1280" y="983"/>
                  </a:lnTo>
                  <a:close/>
                  <a:moveTo>
                    <a:pt x="653" y="122"/>
                  </a:moveTo>
                  <a:lnTo>
                    <a:pt x="887" y="122"/>
                  </a:lnTo>
                  <a:lnTo>
                    <a:pt x="887" y="5"/>
                  </a:lnTo>
                  <a:lnTo>
                    <a:pt x="653" y="5"/>
                  </a:lnTo>
                  <a:lnTo>
                    <a:pt x="653" y="122"/>
                  </a:lnTo>
                  <a:close/>
                  <a:moveTo>
                    <a:pt x="653" y="1102"/>
                  </a:moveTo>
                  <a:lnTo>
                    <a:pt x="887" y="1102"/>
                  </a:lnTo>
                  <a:lnTo>
                    <a:pt x="887" y="1008"/>
                  </a:lnTo>
                  <a:lnTo>
                    <a:pt x="653" y="1008"/>
                  </a:lnTo>
                  <a:lnTo>
                    <a:pt x="653" y="1102"/>
                  </a:lnTo>
                  <a:close/>
                  <a:moveTo>
                    <a:pt x="653" y="845"/>
                  </a:moveTo>
                  <a:lnTo>
                    <a:pt x="887" y="845"/>
                  </a:lnTo>
                  <a:lnTo>
                    <a:pt x="887" y="285"/>
                  </a:lnTo>
                  <a:lnTo>
                    <a:pt x="653" y="285"/>
                  </a:lnTo>
                  <a:lnTo>
                    <a:pt x="653" y="845"/>
                  </a:lnTo>
                  <a:close/>
                  <a:moveTo>
                    <a:pt x="653" y="962"/>
                  </a:moveTo>
                  <a:lnTo>
                    <a:pt x="887" y="962"/>
                  </a:lnTo>
                  <a:lnTo>
                    <a:pt x="887" y="892"/>
                  </a:lnTo>
                  <a:lnTo>
                    <a:pt x="653" y="892"/>
                  </a:lnTo>
                  <a:lnTo>
                    <a:pt x="653" y="962"/>
                  </a:lnTo>
                  <a:close/>
                  <a:moveTo>
                    <a:pt x="653" y="238"/>
                  </a:moveTo>
                  <a:lnTo>
                    <a:pt x="887" y="238"/>
                  </a:lnTo>
                  <a:lnTo>
                    <a:pt x="887" y="168"/>
                  </a:lnTo>
                  <a:lnTo>
                    <a:pt x="653" y="168"/>
                  </a:lnTo>
                  <a:lnTo>
                    <a:pt x="653" y="238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60" y="2470510"/>
            <a:ext cx="792480" cy="79248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4413813" y="1831873"/>
            <a:ext cx="336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36" name="图片 35" descr="图片包含 树, 户外, 植物, 地面&#10;&#10;自动生成的说明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4" b="51640"/>
          <a:stretch>
            <a:fillRect/>
          </a:stretch>
        </p:blipFill>
        <p:spPr>
          <a:xfrm>
            <a:off x="1" y="997964"/>
            <a:ext cx="12191999" cy="723194"/>
          </a:xfrm>
          <a:custGeom>
            <a:avLst/>
            <a:gdLst>
              <a:gd name="connsiteX0" fmla="*/ 0 w 12191999"/>
              <a:gd name="connsiteY0" fmla="*/ 0 h 536746"/>
              <a:gd name="connsiteX1" fmla="*/ 12191999 w 12191999"/>
              <a:gd name="connsiteY1" fmla="*/ 0 h 536746"/>
              <a:gd name="connsiteX2" fmla="*/ 12191999 w 12191999"/>
              <a:gd name="connsiteY2" fmla="*/ 536746 h 536746"/>
              <a:gd name="connsiteX3" fmla="*/ 0 w 12191999"/>
              <a:gd name="connsiteY3" fmla="*/ 536746 h 53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36746">
                <a:moveTo>
                  <a:pt x="0" y="0"/>
                </a:moveTo>
                <a:lnTo>
                  <a:pt x="12191999" y="0"/>
                </a:lnTo>
                <a:lnTo>
                  <a:pt x="12191999" y="536746"/>
                </a:lnTo>
                <a:lnTo>
                  <a:pt x="0" y="53674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4304879" y="2131133"/>
            <a:ext cx="2033229" cy="3002132"/>
            <a:chOff x="4304879" y="2131133"/>
            <a:chExt cx="2033229" cy="3002132"/>
          </a:xfrm>
        </p:grpSpPr>
        <p:cxnSp>
          <p:nvCxnSpPr>
            <p:cNvPr id="40" name="直接连接符 39"/>
            <p:cNvCxnSpPr/>
            <p:nvPr/>
          </p:nvCxnSpPr>
          <p:spPr>
            <a:xfrm flipV="1">
              <a:off x="4311228" y="2131133"/>
              <a:ext cx="0" cy="30021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endCxn id="36" idx="2"/>
            </p:cNvCxnSpPr>
            <p:nvPr/>
          </p:nvCxnSpPr>
          <p:spPr>
            <a:xfrm>
              <a:off x="4304879" y="5133265"/>
              <a:ext cx="20332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endCxn id="32" idx="2"/>
            </p:cNvCxnSpPr>
            <p:nvPr/>
          </p:nvCxnSpPr>
          <p:spPr>
            <a:xfrm flipV="1">
              <a:off x="4317578" y="3632199"/>
              <a:ext cx="2020530" cy="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endCxn id="8" idx="2"/>
            </p:cNvCxnSpPr>
            <p:nvPr/>
          </p:nvCxnSpPr>
          <p:spPr>
            <a:xfrm>
              <a:off x="4304879" y="2131133"/>
              <a:ext cx="20332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22✪</a:t>
            </a:r>
            <a:r>
              <a:rPr lang="zh-CN" altLang="en-US" dirty="0">
                <a:ea typeface="+mn-ea"/>
                <a:cs typeface="+mn-ea"/>
              </a:rPr>
              <a:t>层次关系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338108" y="1803590"/>
            <a:ext cx="655086" cy="655086"/>
            <a:chOff x="10010259" y="3170881"/>
            <a:chExt cx="820800" cy="820800"/>
          </a:xfrm>
        </p:grpSpPr>
        <p:sp>
          <p:nvSpPr>
            <p:cNvPr id="8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9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0" name="ïśļiḑé"/>
            <p:cNvSpPr/>
            <p:nvPr/>
          </p:nvSpPr>
          <p:spPr>
            <a:xfrm>
              <a:off x="10203885" y="3359753"/>
              <a:ext cx="433547" cy="443294"/>
            </a:xfrm>
            <a:custGeom>
              <a:avLst/>
              <a:gdLst>
                <a:gd name="connsiteX0" fmla="*/ 213146 w 589931"/>
                <a:gd name="connsiteY0" fmla="*/ 526615 h 603193"/>
                <a:gd name="connsiteX1" fmla="*/ 213146 w 589931"/>
                <a:gd name="connsiteY1" fmla="*/ 585675 h 603193"/>
                <a:gd name="connsiteX2" fmla="*/ 400206 w 589931"/>
                <a:gd name="connsiteY2" fmla="*/ 585675 h 603193"/>
                <a:gd name="connsiteX3" fmla="*/ 400206 w 589931"/>
                <a:gd name="connsiteY3" fmla="*/ 526615 h 603193"/>
                <a:gd name="connsiteX4" fmla="*/ 175558 w 589931"/>
                <a:gd name="connsiteY4" fmla="*/ 332292 h 603193"/>
                <a:gd name="connsiteX5" fmla="*/ 352470 w 589931"/>
                <a:gd name="connsiteY5" fmla="*/ 509097 h 603193"/>
                <a:gd name="connsiteX6" fmla="*/ 417747 w 589931"/>
                <a:gd name="connsiteY6" fmla="*/ 509097 h 603193"/>
                <a:gd name="connsiteX7" fmla="*/ 417747 w 589931"/>
                <a:gd name="connsiteY7" fmla="*/ 603193 h 603193"/>
                <a:gd name="connsiteX8" fmla="*/ 195605 w 589931"/>
                <a:gd name="connsiteY8" fmla="*/ 603193 h 603193"/>
                <a:gd name="connsiteX9" fmla="*/ 195605 w 589931"/>
                <a:gd name="connsiteY9" fmla="*/ 509097 h 603193"/>
                <a:gd name="connsiteX10" fmla="*/ 204250 w 589931"/>
                <a:gd name="connsiteY10" fmla="*/ 509097 h 603193"/>
                <a:gd name="connsiteX11" fmla="*/ 100132 w 589931"/>
                <a:gd name="connsiteY11" fmla="*/ 405116 h 603193"/>
                <a:gd name="connsiteX12" fmla="*/ 149748 w 589931"/>
                <a:gd name="connsiteY12" fmla="*/ 378589 h 603193"/>
                <a:gd name="connsiteX13" fmla="*/ 175558 w 589931"/>
                <a:gd name="connsiteY13" fmla="*/ 332292 h 603193"/>
                <a:gd name="connsiteX14" fmla="*/ 85031 w 589931"/>
                <a:gd name="connsiteY14" fmla="*/ 272382 h 603193"/>
                <a:gd name="connsiteX15" fmla="*/ 118832 w 589931"/>
                <a:gd name="connsiteY15" fmla="*/ 306042 h 603193"/>
                <a:gd name="connsiteX16" fmla="*/ 85031 w 589931"/>
                <a:gd name="connsiteY16" fmla="*/ 339702 h 603193"/>
                <a:gd name="connsiteX17" fmla="*/ 51230 w 589931"/>
                <a:gd name="connsiteY17" fmla="*/ 306042 h 603193"/>
                <a:gd name="connsiteX18" fmla="*/ 85031 w 589931"/>
                <a:gd name="connsiteY18" fmla="*/ 272382 h 603193"/>
                <a:gd name="connsiteX19" fmla="*/ 85102 w 589931"/>
                <a:gd name="connsiteY19" fmla="*/ 242228 h 603193"/>
                <a:gd name="connsiteX20" fmla="*/ 21181 w 589931"/>
                <a:gd name="connsiteY20" fmla="*/ 306042 h 603193"/>
                <a:gd name="connsiteX21" fmla="*/ 85102 w 589931"/>
                <a:gd name="connsiteY21" fmla="*/ 369731 h 603193"/>
                <a:gd name="connsiteX22" fmla="*/ 148897 w 589931"/>
                <a:gd name="connsiteY22" fmla="*/ 306042 h 603193"/>
                <a:gd name="connsiteX23" fmla="*/ 85102 w 589931"/>
                <a:gd name="connsiteY23" fmla="*/ 242228 h 603193"/>
                <a:gd name="connsiteX24" fmla="*/ 85102 w 589931"/>
                <a:gd name="connsiteY24" fmla="*/ 221081 h 603193"/>
                <a:gd name="connsiteX25" fmla="*/ 169703 w 589931"/>
                <a:gd name="connsiteY25" fmla="*/ 297408 h 603193"/>
                <a:gd name="connsiteX26" fmla="*/ 170204 w 589931"/>
                <a:gd name="connsiteY26" fmla="*/ 306042 h 603193"/>
                <a:gd name="connsiteX27" fmla="*/ 85102 w 589931"/>
                <a:gd name="connsiteY27" fmla="*/ 391002 h 603193"/>
                <a:gd name="connsiteX28" fmla="*/ 0 w 589931"/>
                <a:gd name="connsiteY28" fmla="*/ 306042 h 603193"/>
                <a:gd name="connsiteX29" fmla="*/ 85102 w 589931"/>
                <a:gd name="connsiteY29" fmla="*/ 221081 h 603193"/>
                <a:gd name="connsiteX30" fmla="*/ 412008 w 589931"/>
                <a:gd name="connsiteY30" fmla="*/ 0 h 603193"/>
                <a:gd name="connsiteX31" fmla="*/ 546850 w 589931"/>
                <a:gd name="connsiteY31" fmla="*/ 8384 h 603193"/>
                <a:gd name="connsiteX32" fmla="*/ 553743 w 589931"/>
                <a:gd name="connsiteY32" fmla="*/ 11762 h 603193"/>
                <a:gd name="connsiteX33" fmla="*/ 556249 w 589931"/>
                <a:gd name="connsiteY33" fmla="*/ 19020 h 603193"/>
                <a:gd name="connsiteX34" fmla="*/ 550986 w 589931"/>
                <a:gd name="connsiteY34" fmla="*/ 27278 h 603193"/>
                <a:gd name="connsiteX35" fmla="*/ 546349 w 589931"/>
                <a:gd name="connsiteY35" fmla="*/ 28404 h 603193"/>
                <a:gd name="connsiteX36" fmla="*/ 545472 w 589931"/>
                <a:gd name="connsiteY36" fmla="*/ 28404 h 603193"/>
                <a:gd name="connsiteX37" fmla="*/ 418525 w 589931"/>
                <a:gd name="connsiteY37" fmla="*/ 20396 h 603193"/>
                <a:gd name="connsiteX38" fmla="*/ 395216 w 589931"/>
                <a:gd name="connsiteY38" fmla="*/ 79582 h 603193"/>
                <a:gd name="connsiteX39" fmla="*/ 439578 w 589931"/>
                <a:gd name="connsiteY39" fmla="*/ 159914 h 603193"/>
                <a:gd name="connsiteX40" fmla="*/ 509004 w 589931"/>
                <a:gd name="connsiteY40" fmla="*/ 173678 h 603193"/>
                <a:gd name="connsiteX41" fmla="*/ 571162 w 589931"/>
                <a:gd name="connsiteY41" fmla="*/ 62815 h 603193"/>
                <a:gd name="connsiteX42" fmla="*/ 574922 w 589931"/>
                <a:gd name="connsiteY42" fmla="*/ 58936 h 603193"/>
                <a:gd name="connsiteX43" fmla="*/ 584822 w 589931"/>
                <a:gd name="connsiteY43" fmla="*/ 58936 h 603193"/>
                <a:gd name="connsiteX44" fmla="*/ 588707 w 589931"/>
                <a:gd name="connsiteY44" fmla="*/ 72575 h 603193"/>
                <a:gd name="connsiteX45" fmla="*/ 522915 w 589931"/>
                <a:gd name="connsiteY45" fmla="*/ 189820 h 603193"/>
                <a:gd name="connsiteX46" fmla="*/ 514268 w 589931"/>
                <a:gd name="connsiteY46" fmla="*/ 194950 h 603193"/>
                <a:gd name="connsiteX47" fmla="*/ 512263 w 589931"/>
                <a:gd name="connsiteY47" fmla="*/ 194825 h 603193"/>
                <a:gd name="connsiteX48" fmla="*/ 453739 w 589931"/>
                <a:gd name="connsiteY48" fmla="*/ 183063 h 603193"/>
                <a:gd name="connsiteX49" fmla="*/ 455869 w 589931"/>
                <a:gd name="connsiteY49" fmla="*/ 185690 h 603193"/>
                <a:gd name="connsiteX50" fmla="*/ 445593 w 589931"/>
                <a:gd name="connsiteY50" fmla="*/ 189820 h 603193"/>
                <a:gd name="connsiteX51" fmla="*/ 405617 w 589931"/>
                <a:gd name="connsiteY51" fmla="*/ 210966 h 603193"/>
                <a:gd name="connsiteX52" fmla="*/ 395717 w 589931"/>
                <a:gd name="connsiteY52" fmla="*/ 192322 h 603193"/>
                <a:gd name="connsiteX53" fmla="*/ 180295 w 589931"/>
                <a:gd name="connsiteY53" fmla="*/ 308441 h 603193"/>
                <a:gd name="connsiteX54" fmla="*/ 167763 w 589931"/>
                <a:gd name="connsiteY54" fmla="*/ 253260 h 603193"/>
                <a:gd name="connsiteX55" fmla="*/ 128288 w 589931"/>
                <a:gd name="connsiteY55" fmla="*/ 214970 h 603193"/>
                <a:gd name="connsiteX56" fmla="*/ 346718 w 589931"/>
                <a:gd name="connsiteY56" fmla="*/ 99727 h 603193"/>
                <a:gd name="connsiteX57" fmla="*/ 336817 w 589931"/>
                <a:gd name="connsiteY57" fmla="*/ 80958 h 603193"/>
                <a:gd name="connsiteX58" fmla="*/ 382684 w 589931"/>
                <a:gd name="connsiteY58" fmla="*/ 56808 h 603193"/>
                <a:gd name="connsiteX59" fmla="*/ 402609 w 589931"/>
                <a:gd name="connsiteY59" fmla="*/ 6257 h 603193"/>
                <a:gd name="connsiteX60" fmla="*/ 412008 w 589931"/>
                <a:gd name="connsiteY60" fmla="*/ 0 h 60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89931" h="603193">
                  <a:moveTo>
                    <a:pt x="213146" y="526615"/>
                  </a:moveTo>
                  <a:lnTo>
                    <a:pt x="213146" y="585675"/>
                  </a:lnTo>
                  <a:lnTo>
                    <a:pt x="400206" y="585675"/>
                  </a:lnTo>
                  <a:lnTo>
                    <a:pt x="400206" y="526615"/>
                  </a:lnTo>
                  <a:close/>
                  <a:moveTo>
                    <a:pt x="175558" y="332292"/>
                  </a:moveTo>
                  <a:lnTo>
                    <a:pt x="352470" y="509097"/>
                  </a:lnTo>
                  <a:lnTo>
                    <a:pt x="417747" y="509097"/>
                  </a:lnTo>
                  <a:lnTo>
                    <a:pt x="417747" y="603193"/>
                  </a:lnTo>
                  <a:lnTo>
                    <a:pt x="195605" y="603193"/>
                  </a:lnTo>
                  <a:lnTo>
                    <a:pt x="195605" y="509097"/>
                  </a:lnTo>
                  <a:lnTo>
                    <a:pt x="204250" y="509097"/>
                  </a:lnTo>
                  <a:lnTo>
                    <a:pt x="100132" y="405116"/>
                  </a:lnTo>
                  <a:cubicBezTo>
                    <a:pt x="100132" y="405116"/>
                    <a:pt x="124438" y="403865"/>
                    <a:pt x="149748" y="378589"/>
                  </a:cubicBezTo>
                  <a:cubicBezTo>
                    <a:pt x="175057" y="353439"/>
                    <a:pt x="175558" y="332292"/>
                    <a:pt x="175558" y="332292"/>
                  </a:cubicBezTo>
                  <a:close/>
                  <a:moveTo>
                    <a:pt x="85031" y="272382"/>
                  </a:moveTo>
                  <a:cubicBezTo>
                    <a:pt x="103699" y="272382"/>
                    <a:pt x="118832" y="287452"/>
                    <a:pt x="118832" y="306042"/>
                  </a:cubicBezTo>
                  <a:cubicBezTo>
                    <a:pt x="118832" y="324632"/>
                    <a:pt x="103699" y="339702"/>
                    <a:pt x="85031" y="339702"/>
                  </a:cubicBezTo>
                  <a:cubicBezTo>
                    <a:pt x="66363" y="339702"/>
                    <a:pt x="51230" y="324632"/>
                    <a:pt x="51230" y="306042"/>
                  </a:cubicBezTo>
                  <a:cubicBezTo>
                    <a:pt x="51230" y="287452"/>
                    <a:pt x="66363" y="272382"/>
                    <a:pt x="85031" y="272382"/>
                  </a:cubicBezTo>
                  <a:close/>
                  <a:moveTo>
                    <a:pt x="85102" y="242228"/>
                  </a:moveTo>
                  <a:cubicBezTo>
                    <a:pt x="49883" y="242228"/>
                    <a:pt x="21181" y="270881"/>
                    <a:pt x="21181" y="306042"/>
                  </a:cubicBezTo>
                  <a:cubicBezTo>
                    <a:pt x="21181" y="341202"/>
                    <a:pt x="49883" y="369731"/>
                    <a:pt x="85102" y="369731"/>
                  </a:cubicBezTo>
                  <a:cubicBezTo>
                    <a:pt x="120321" y="369731"/>
                    <a:pt x="148897" y="341202"/>
                    <a:pt x="148897" y="306042"/>
                  </a:cubicBezTo>
                  <a:cubicBezTo>
                    <a:pt x="148897" y="270881"/>
                    <a:pt x="120321" y="242228"/>
                    <a:pt x="85102" y="242228"/>
                  </a:cubicBezTo>
                  <a:close/>
                  <a:moveTo>
                    <a:pt x="85102" y="221081"/>
                  </a:moveTo>
                  <a:cubicBezTo>
                    <a:pt x="128969" y="221081"/>
                    <a:pt x="165316" y="253864"/>
                    <a:pt x="169703" y="297408"/>
                  </a:cubicBezTo>
                  <a:cubicBezTo>
                    <a:pt x="170079" y="300286"/>
                    <a:pt x="170204" y="303164"/>
                    <a:pt x="170204" y="306042"/>
                  </a:cubicBezTo>
                  <a:cubicBezTo>
                    <a:pt x="170204" y="352839"/>
                    <a:pt x="131977" y="391002"/>
                    <a:pt x="85102" y="391002"/>
                  </a:cubicBezTo>
                  <a:cubicBezTo>
                    <a:pt x="38101" y="391002"/>
                    <a:pt x="0" y="352839"/>
                    <a:pt x="0" y="306042"/>
                  </a:cubicBezTo>
                  <a:cubicBezTo>
                    <a:pt x="0" y="259120"/>
                    <a:pt x="38101" y="221081"/>
                    <a:pt x="85102" y="221081"/>
                  </a:cubicBezTo>
                  <a:close/>
                  <a:moveTo>
                    <a:pt x="412008" y="0"/>
                  </a:moveTo>
                  <a:lnTo>
                    <a:pt x="546850" y="8384"/>
                  </a:lnTo>
                  <a:cubicBezTo>
                    <a:pt x="549482" y="8509"/>
                    <a:pt x="551988" y="9760"/>
                    <a:pt x="553743" y="11762"/>
                  </a:cubicBezTo>
                  <a:cubicBezTo>
                    <a:pt x="555497" y="13764"/>
                    <a:pt x="556375" y="16392"/>
                    <a:pt x="556249" y="19020"/>
                  </a:cubicBezTo>
                  <a:cubicBezTo>
                    <a:pt x="555999" y="22523"/>
                    <a:pt x="553993" y="25526"/>
                    <a:pt x="550986" y="27278"/>
                  </a:cubicBezTo>
                  <a:cubicBezTo>
                    <a:pt x="549482" y="28029"/>
                    <a:pt x="547853" y="28404"/>
                    <a:pt x="546349" y="28404"/>
                  </a:cubicBezTo>
                  <a:lnTo>
                    <a:pt x="545472" y="28404"/>
                  </a:lnTo>
                  <a:lnTo>
                    <a:pt x="418525" y="20396"/>
                  </a:lnTo>
                  <a:lnTo>
                    <a:pt x="395216" y="79582"/>
                  </a:lnTo>
                  <a:lnTo>
                    <a:pt x="439578" y="159914"/>
                  </a:lnTo>
                  <a:lnTo>
                    <a:pt x="509004" y="173678"/>
                  </a:lnTo>
                  <a:lnTo>
                    <a:pt x="571162" y="62815"/>
                  </a:lnTo>
                  <a:cubicBezTo>
                    <a:pt x="572039" y="61188"/>
                    <a:pt x="573292" y="59937"/>
                    <a:pt x="574922" y="58936"/>
                  </a:cubicBezTo>
                  <a:cubicBezTo>
                    <a:pt x="577929" y="57309"/>
                    <a:pt x="581814" y="57309"/>
                    <a:pt x="584822" y="58936"/>
                  </a:cubicBezTo>
                  <a:cubicBezTo>
                    <a:pt x="589584" y="61563"/>
                    <a:pt x="591338" y="67695"/>
                    <a:pt x="588707" y="72575"/>
                  </a:cubicBezTo>
                  <a:lnTo>
                    <a:pt x="522915" y="189820"/>
                  </a:lnTo>
                  <a:cubicBezTo>
                    <a:pt x="521285" y="193073"/>
                    <a:pt x="517902" y="194950"/>
                    <a:pt x="514268" y="194950"/>
                  </a:cubicBezTo>
                  <a:cubicBezTo>
                    <a:pt x="513641" y="194950"/>
                    <a:pt x="512889" y="194950"/>
                    <a:pt x="512263" y="194825"/>
                  </a:cubicBezTo>
                  <a:lnTo>
                    <a:pt x="453739" y="183063"/>
                  </a:lnTo>
                  <a:lnTo>
                    <a:pt x="455869" y="185690"/>
                  </a:lnTo>
                  <a:lnTo>
                    <a:pt x="445593" y="189820"/>
                  </a:lnTo>
                  <a:lnTo>
                    <a:pt x="405617" y="210966"/>
                  </a:lnTo>
                  <a:lnTo>
                    <a:pt x="395717" y="192322"/>
                  </a:lnTo>
                  <a:lnTo>
                    <a:pt x="180295" y="308441"/>
                  </a:lnTo>
                  <a:cubicBezTo>
                    <a:pt x="180295" y="308441"/>
                    <a:pt x="190697" y="290923"/>
                    <a:pt x="167763" y="253260"/>
                  </a:cubicBezTo>
                  <a:cubicBezTo>
                    <a:pt x="144830" y="215596"/>
                    <a:pt x="128288" y="214970"/>
                    <a:pt x="128288" y="214970"/>
                  </a:cubicBezTo>
                  <a:lnTo>
                    <a:pt x="346718" y="99727"/>
                  </a:lnTo>
                  <a:lnTo>
                    <a:pt x="336817" y="80958"/>
                  </a:lnTo>
                  <a:lnTo>
                    <a:pt x="382684" y="56808"/>
                  </a:lnTo>
                  <a:lnTo>
                    <a:pt x="402609" y="6257"/>
                  </a:lnTo>
                  <a:cubicBezTo>
                    <a:pt x="404113" y="2378"/>
                    <a:pt x="407622" y="0"/>
                    <a:pt x="41200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439660" y="1764052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6960" y="1542350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426960" y="1942460"/>
            <a:ext cx="4091940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6" name="矩形 15"/>
          <p:cNvSpPr/>
          <p:nvPr/>
        </p:nvSpPr>
        <p:spPr>
          <a:xfrm>
            <a:off x="7439660" y="3265118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26960" y="3043416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426960" y="3443526"/>
            <a:ext cx="4091940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20" name="矩形 19"/>
          <p:cNvSpPr/>
          <p:nvPr/>
        </p:nvSpPr>
        <p:spPr>
          <a:xfrm>
            <a:off x="7439660" y="4766184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26960" y="4544482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426960" y="4944592"/>
            <a:ext cx="4091940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pSp>
        <p:nvGrpSpPr>
          <p:cNvPr id="31" name="Group 7"/>
          <p:cNvGrpSpPr/>
          <p:nvPr/>
        </p:nvGrpSpPr>
        <p:grpSpPr>
          <a:xfrm>
            <a:off x="6338108" y="3304656"/>
            <a:ext cx="655086" cy="655086"/>
            <a:chOff x="10010259" y="3170881"/>
            <a:chExt cx="820800" cy="820800"/>
          </a:xfrm>
        </p:grpSpPr>
        <p:sp>
          <p:nvSpPr>
            <p:cNvPr id="32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3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4" name="ïśļiḑé"/>
            <p:cNvSpPr/>
            <p:nvPr/>
          </p:nvSpPr>
          <p:spPr>
            <a:xfrm>
              <a:off x="10199011" y="3368237"/>
              <a:ext cx="443294" cy="426325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35" name="Group 7"/>
          <p:cNvGrpSpPr/>
          <p:nvPr/>
        </p:nvGrpSpPr>
        <p:grpSpPr>
          <a:xfrm>
            <a:off x="6338108" y="4805722"/>
            <a:ext cx="655086" cy="655086"/>
            <a:chOff x="10010259" y="3170881"/>
            <a:chExt cx="820800" cy="820800"/>
          </a:xfrm>
        </p:grpSpPr>
        <p:sp>
          <p:nvSpPr>
            <p:cNvPr id="36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10199011" y="3392771"/>
              <a:ext cx="443293" cy="377256"/>
            </a:xfrm>
            <a:custGeom>
              <a:avLst/>
              <a:gdLst>
                <a:gd name="T0" fmla="*/ 233 w 1299"/>
                <a:gd name="T1" fmla="*/ 5 h 1107"/>
                <a:gd name="T2" fmla="*/ 0 w 1299"/>
                <a:gd name="T3" fmla="*/ 122 h 1107"/>
                <a:gd name="T4" fmla="*/ 0 w 1299"/>
                <a:gd name="T5" fmla="*/ 168 h 1107"/>
                <a:gd name="T6" fmla="*/ 233 w 1299"/>
                <a:gd name="T7" fmla="*/ 962 h 1107"/>
                <a:gd name="T8" fmla="*/ 0 w 1299"/>
                <a:gd name="T9" fmla="*/ 168 h 1107"/>
                <a:gd name="T10" fmla="*/ 116 w 1299"/>
                <a:gd name="T11" fmla="*/ 888 h 1107"/>
                <a:gd name="T12" fmla="*/ 116 w 1299"/>
                <a:gd name="T13" fmla="*/ 742 h 1107"/>
                <a:gd name="T14" fmla="*/ 0 w 1299"/>
                <a:gd name="T15" fmla="*/ 1102 h 1107"/>
                <a:gd name="T16" fmla="*/ 233 w 1299"/>
                <a:gd name="T17" fmla="*/ 1008 h 1107"/>
                <a:gd name="T18" fmla="*/ 0 w 1299"/>
                <a:gd name="T19" fmla="*/ 1102 h 1107"/>
                <a:gd name="T20" fmla="*/ 280 w 1299"/>
                <a:gd name="T21" fmla="*/ 1008 h 1107"/>
                <a:gd name="T22" fmla="*/ 583 w 1299"/>
                <a:gd name="T23" fmla="*/ 1102 h 1107"/>
                <a:gd name="T24" fmla="*/ 443 w 1299"/>
                <a:gd name="T25" fmla="*/ 962 h 1107"/>
                <a:gd name="T26" fmla="*/ 280 w 1299"/>
                <a:gd name="T27" fmla="*/ 321 h 1107"/>
                <a:gd name="T28" fmla="*/ 583 w 1299"/>
                <a:gd name="T29" fmla="*/ 321 h 1107"/>
                <a:gd name="T30" fmla="*/ 280 w 1299"/>
                <a:gd name="T31" fmla="*/ 238 h 1107"/>
                <a:gd name="T32" fmla="*/ 280 w 1299"/>
                <a:gd name="T33" fmla="*/ 371 h 1107"/>
                <a:gd name="T34" fmla="*/ 443 w 1299"/>
                <a:gd name="T35" fmla="*/ 915 h 1107"/>
                <a:gd name="T36" fmla="*/ 583 w 1299"/>
                <a:gd name="T37" fmla="*/ 374 h 1107"/>
                <a:gd name="T38" fmla="*/ 280 w 1299"/>
                <a:gd name="T39" fmla="*/ 371 h 1107"/>
                <a:gd name="T40" fmla="*/ 918 w 1299"/>
                <a:gd name="T41" fmla="*/ 33 h 1107"/>
                <a:gd name="T42" fmla="*/ 1102 w 1299"/>
                <a:gd name="T43" fmla="*/ 114 h 1107"/>
                <a:gd name="T44" fmla="*/ 1270 w 1299"/>
                <a:gd name="T45" fmla="*/ 937 h 1107"/>
                <a:gd name="T46" fmla="*/ 951 w 1299"/>
                <a:gd name="T47" fmla="*/ 193 h 1107"/>
                <a:gd name="T48" fmla="*/ 1270 w 1299"/>
                <a:gd name="T49" fmla="*/ 937 h 1107"/>
                <a:gd name="T50" fmla="*/ 1145 w 1299"/>
                <a:gd name="T51" fmla="*/ 738 h 1107"/>
                <a:gd name="T52" fmla="*/ 1174 w 1299"/>
                <a:gd name="T53" fmla="*/ 881 h 1107"/>
                <a:gd name="T54" fmla="*/ 1280 w 1299"/>
                <a:gd name="T55" fmla="*/ 983 h 1107"/>
                <a:gd name="T56" fmla="*/ 1139 w 1299"/>
                <a:gd name="T57" fmla="*/ 1107 h 1107"/>
                <a:gd name="T58" fmla="*/ 1280 w 1299"/>
                <a:gd name="T59" fmla="*/ 983 h 1107"/>
                <a:gd name="T60" fmla="*/ 887 w 1299"/>
                <a:gd name="T61" fmla="*/ 122 h 1107"/>
                <a:gd name="T62" fmla="*/ 653 w 1299"/>
                <a:gd name="T63" fmla="*/ 5 h 1107"/>
                <a:gd name="T64" fmla="*/ 653 w 1299"/>
                <a:gd name="T65" fmla="*/ 1102 h 1107"/>
                <a:gd name="T66" fmla="*/ 887 w 1299"/>
                <a:gd name="T67" fmla="*/ 1008 h 1107"/>
                <a:gd name="T68" fmla="*/ 653 w 1299"/>
                <a:gd name="T69" fmla="*/ 1102 h 1107"/>
                <a:gd name="T70" fmla="*/ 887 w 1299"/>
                <a:gd name="T71" fmla="*/ 845 h 1107"/>
                <a:gd name="T72" fmla="*/ 653 w 1299"/>
                <a:gd name="T73" fmla="*/ 285 h 1107"/>
                <a:gd name="T74" fmla="*/ 653 w 1299"/>
                <a:gd name="T75" fmla="*/ 962 h 1107"/>
                <a:gd name="T76" fmla="*/ 887 w 1299"/>
                <a:gd name="T77" fmla="*/ 892 h 1107"/>
                <a:gd name="T78" fmla="*/ 653 w 1299"/>
                <a:gd name="T79" fmla="*/ 962 h 1107"/>
                <a:gd name="T80" fmla="*/ 887 w 1299"/>
                <a:gd name="T81" fmla="*/ 238 h 1107"/>
                <a:gd name="T82" fmla="*/ 653 w 1299"/>
                <a:gd name="T83" fmla="*/ 168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99" h="1107">
                  <a:moveTo>
                    <a:pt x="0" y="5"/>
                  </a:moveTo>
                  <a:lnTo>
                    <a:pt x="233" y="5"/>
                  </a:lnTo>
                  <a:lnTo>
                    <a:pt x="233" y="122"/>
                  </a:lnTo>
                  <a:lnTo>
                    <a:pt x="0" y="122"/>
                  </a:lnTo>
                  <a:lnTo>
                    <a:pt x="0" y="5"/>
                  </a:lnTo>
                  <a:close/>
                  <a:moveTo>
                    <a:pt x="0" y="168"/>
                  </a:moveTo>
                  <a:lnTo>
                    <a:pt x="233" y="168"/>
                  </a:lnTo>
                  <a:lnTo>
                    <a:pt x="233" y="962"/>
                  </a:lnTo>
                  <a:lnTo>
                    <a:pt x="0" y="962"/>
                  </a:lnTo>
                  <a:lnTo>
                    <a:pt x="0" y="168"/>
                  </a:lnTo>
                  <a:close/>
                  <a:moveTo>
                    <a:pt x="43" y="815"/>
                  </a:moveTo>
                  <a:cubicBezTo>
                    <a:pt x="43" y="855"/>
                    <a:pt x="75" y="888"/>
                    <a:pt x="116" y="888"/>
                  </a:cubicBezTo>
                  <a:cubicBezTo>
                    <a:pt x="156" y="888"/>
                    <a:pt x="189" y="855"/>
                    <a:pt x="189" y="815"/>
                  </a:cubicBezTo>
                  <a:cubicBezTo>
                    <a:pt x="189" y="775"/>
                    <a:pt x="156" y="742"/>
                    <a:pt x="116" y="742"/>
                  </a:cubicBezTo>
                  <a:cubicBezTo>
                    <a:pt x="75" y="742"/>
                    <a:pt x="43" y="775"/>
                    <a:pt x="43" y="815"/>
                  </a:cubicBezTo>
                  <a:close/>
                  <a:moveTo>
                    <a:pt x="0" y="1102"/>
                  </a:moveTo>
                  <a:lnTo>
                    <a:pt x="233" y="1102"/>
                  </a:lnTo>
                  <a:lnTo>
                    <a:pt x="233" y="1008"/>
                  </a:lnTo>
                  <a:lnTo>
                    <a:pt x="0" y="1008"/>
                  </a:lnTo>
                  <a:lnTo>
                    <a:pt x="0" y="1102"/>
                  </a:lnTo>
                  <a:close/>
                  <a:moveTo>
                    <a:pt x="280" y="992"/>
                  </a:moveTo>
                  <a:lnTo>
                    <a:pt x="280" y="1008"/>
                  </a:lnTo>
                  <a:lnTo>
                    <a:pt x="280" y="1102"/>
                  </a:lnTo>
                  <a:lnTo>
                    <a:pt x="583" y="1102"/>
                  </a:lnTo>
                  <a:lnTo>
                    <a:pt x="583" y="991"/>
                  </a:lnTo>
                  <a:cubicBezTo>
                    <a:pt x="571" y="983"/>
                    <a:pt x="532" y="962"/>
                    <a:pt x="443" y="962"/>
                  </a:cubicBezTo>
                  <a:cubicBezTo>
                    <a:pt x="359" y="962"/>
                    <a:pt x="305" y="981"/>
                    <a:pt x="280" y="992"/>
                  </a:cubicBezTo>
                  <a:close/>
                  <a:moveTo>
                    <a:pt x="280" y="321"/>
                  </a:moveTo>
                  <a:cubicBezTo>
                    <a:pt x="305" y="332"/>
                    <a:pt x="359" y="351"/>
                    <a:pt x="443" y="351"/>
                  </a:cubicBezTo>
                  <a:cubicBezTo>
                    <a:pt x="532" y="351"/>
                    <a:pt x="570" y="330"/>
                    <a:pt x="583" y="321"/>
                  </a:cubicBezTo>
                  <a:lnTo>
                    <a:pt x="583" y="238"/>
                  </a:lnTo>
                  <a:lnTo>
                    <a:pt x="280" y="238"/>
                  </a:lnTo>
                  <a:lnTo>
                    <a:pt x="280" y="321"/>
                  </a:lnTo>
                  <a:close/>
                  <a:moveTo>
                    <a:pt x="280" y="371"/>
                  </a:moveTo>
                  <a:lnTo>
                    <a:pt x="280" y="941"/>
                  </a:lnTo>
                  <a:cubicBezTo>
                    <a:pt x="314" y="929"/>
                    <a:pt x="368" y="915"/>
                    <a:pt x="443" y="915"/>
                  </a:cubicBezTo>
                  <a:cubicBezTo>
                    <a:pt x="511" y="915"/>
                    <a:pt x="556" y="926"/>
                    <a:pt x="583" y="939"/>
                  </a:cubicBezTo>
                  <a:lnTo>
                    <a:pt x="583" y="374"/>
                  </a:lnTo>
                  <a:cubicBezTo>
                    <a:pt x="556" y="386"/>
                    <a:pt x="511" y="398"/>
                    <a:pt x="443" y="398"/>
                  </a:cubicBezTo>
                  <a:cubicBezTo>
                    <a:pt x="368" y="398"/>
                    <a:pt x="314" y="384"/>
                    <a:pt x="280" y="371"/>
                  </a:cubicBezTo>
                  <a:close/>
                  <a:moveTo>
                    <a:pt x="1078" y="0"/>
                  </a:moveTo>
                  <a:lnTo>
                    <a:pt x="918" y="33"/>
                  </a:lnTo>
                  <a:lnTo>
                    <a:pt x="942" y="147"/>
                  </a:lnTo>
                  <a:lnTo>
                    <a:pt x="1102" y="114"/>
                  </a:lnTo>
                  <a:lnTo>
                    <a:pt x="1078" y="0"/>
                  </a:lnTo>
                  <a:close/>
                  <a:moveTo>
                    <a:pt x="1270" y="937"/>
                  </a:moveTo>
                  <a:lnTo>
                    <a:pt x="1110" y="970"/>
                  </a:lnTo>
                  <a:lnTo>
                    <a:pt x="951" y="193"/>
                  </a:lnTo>
                  <a:lnTo>
                    <a:pt x="1111" y="160"/>
                  </a:lnTo>
                  <a:lnTo>
                    <a:pt x="1270" y="937"/>
                  </a:lnTo>
                  <a:close/>
                  <a:moveTo>
                    <a:pt x="1215" y="798"/>
                  </a:moveTo>
                  <a:cubicBezTo>
                    <a:pt x="1207" y="759"/>
                    <a:pt x="1175" y="732"/>
                    <a:pt x="1145" y="738"/>
                  </a:cubicBezTo>
                  <a:cubicBezTo>
                    <a:pt x="1114" y="745"/>
                    <a:pt x="1095" y="782"/>
                    <a:pt x="1104" y="821"/>
                  </a:cubicBezTo>
                  <a:cubicBezTo>
                    <a:pt x="1112" y="861"/>
                    <a:pt x="1143" y="888"/>
                    <a:pt x="1174" y="881"/>
                  </a:cubicBezTo>
                  <a:cubicBezTo>
                    <a:pt x="1205" y="875"/>
                    <a:pt x="1223" y="838"/>
                    <a:pt x="1215" y="798"/>
                  </a:cubicBezTo>
                  <a:close/>
                  <a:moveTo>
                    <a:pt x="1280" y="983"/>
                  </a:moveTo>
                  <a:lnTo>
                    <a:pt x="1120" y="1015"/>
                  </a:lnTo>
                  <a:lnTo>
                    <a:pt x="1139" y="1107"/>
                  </a:lnTo>
                  <a:lnTo>
                    <a:pt x="1299" y="1074"/>
                  </a:lnTo>
                  <a:lnTo>
                    <a:pt x="1280" y="983"/>
                  </a:lnTo>
                  <a:close/>
                  <a:moveTo>
                    <a:pt x="653" y="122"/>
                  </a:moveTo>
                  <a:lnTo>
                    <a:pt x="887" y="122"/>
                  </a:lnTo>
                  <a:lnTo>
                    <a:pt x="887" y="5"/>
                  </a:lnTo>
                  <a:lnTo>
                    <a:pt x="653" y="5"/>
                  </a:lnTo>
                  <a:lnTo>
                    <a:pt x="653" y="122"/>
                  </a:lnTo>
                  <a:close/>
                  <a:moveTo>
                    <a:pt x="653" y="1102"/>
                  </a:moveTo>
                  <a:lnTo>
                    <a:pt x="887" y="1102"/>
                  </a:lnTo>
                  <a:lnTo>
                    <a:pt x="887" y="1008"/>
                  </a:lnTo>
                  <a:lnTo>
                    <a:pt x="653" y="1008"/>
                  </a:lnTo>
                  <a:lnTo>
                    <a:pt x="653" y="1102"/>
                  </a:lnTo>
                  <a:close/>
                  <a:moveTo>
                    <a:pt x="653" y="845"/>
                  </a:moveTo>
                  <a:lnTo>
                    <a:pt x="887" y="845"/>
                  </a:lnTo>
                  <a:lnTo>
                    <a:pt x="887" y="285"/>
                  </a:lnTo>
                  <a:lnTo>
                    <a:pt x="653" y="285"/>
                  </a:lnTo>
                  <a:lnTo>
                    <a:pt x="653" y="845"/>
                  </a:lnTo>
                  <a:close/>
                  <a:moveTo>
                    <a:pt x="653" y="962"/>
                  </a:moveTo>
                  <a:lnTo>
                    <a:pt x="887" y="962"/>
                  </a:lnTo>
                  <a:lnTo>
                    <a:pt x="887" y="892"/>
                  </a:lnTo>
                  <a:lnTo>
                    <a:pt x="653" y="892"/>
                  </a:lnTo>
                  <a:lnTo>
                    <a:pt x="653" y="962"/>
                  </a:lnTo>
                  <a:close/>
                  <a:moveTo>
                    <a:pt x="653" y="238"/>
                  </a:moveTo>
                  <a:lnTo>
                    <a:pt x="887" y="238"/>
                  </a:lnTo>
                  <a:lnTo>
                    <a:pt x="887" y="168"/>
                  </a:lnTo>
                  <a:lnTo>
                    <a:pt x="653" y="168"/>
                  </a:lnTo>
                  <a:lnTo>
                    <a:pt x="653" y="238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3576638" y="2892644"/>
            <a:ext cx="1477956" cy="1479108"/>
            <a:chOff x="3576638" y="2892644"/>
            <a:chExt cx="1477956" cy="1479108"/>
          </a:xfrm>
        </p:grpSpPr>
        <p:sp>
          <p:nvSpPr>
            <p:cNvPr id="71" name="椭圆 70"/>
            <p:cNvSpPr/>
            <p:nvPr/>
          </p:nvSpPr>
          <p:spPr>
            <a:xfrm>
              <a:off x="3576638" y="2892644"/>
              <a:ext cx="1477956" cy="14791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3576638" y="2892644"/>
              <a:ext cx="1477956" cy="1479108"/>
            </a:xfrm>
            <a:custGeom>
              <a:avLst/>
              <a:gdLst>
                <a:gd name="connsiteX0" fmla="*/ 0 w 1477956"/>
                <a:gd name="connsiteY0" fmla="*/ 762414 h 1479108"/>
                <a:gd name="connsiteX1" fmla="*/ 212930 w 1477956"/>
                <a:gd name="connsiteY1" fmla="*/ 762414 h 1479108"/>
                <a:gd name="connsiteX2" fmla="*/ 221348 w 1477956"/>
                <a:gd name="connsiteY2" fmla="*/ 845919 h 1479108"/>
                <a:gd name="connsiteX3" fmla="*/ 738401 w 1477956"/>
                <a:gd name="connsiteY3" fmla="*/ 1267329 h 1479108"/>
                <a:gd name="connsiteX4" fmla="*/ 943836 w 1477956"/>
                <a:gd name="connsiteY4" fmla="*/ 1225854 h 1479108"/>
                <a:gd name="connsiteX5" fmla="*/ 981095 w 1477956"/>
                <a:gd name="connsiteY5" fmla="*/ 1205631 h 1479108"/>
                <a:gd name="connsiteX6" fmla="*/ 1086544 w 1477956"/>
                <a:gd name="connsiteY6" fmla="*/ 1388274 h 1479108"/>
                <a:gd name="connsiteX7" fmla="*/ 1026269 w 1477956"/>
                <a:gd name="connsiteY7" fmla="*/ 1420990 h 1479108"/>
                <a:gd name="connsiteX8" fmla="*/ 738401 w 1477956"/>
                <a:gd name="connsiteY8" fmla="*/ 1479108 h 1479108"/>
                <a:gd name="connsiteX9" fmla="*/ 2664 w 1477956"/>
                <a:gd name="connsiteY9" fmla="*/ 815169 h 1479108"/>
                <a:gd name="connsiteX10" fmla="*/ 1126741 w 1477956"/>
                <a:gd name="connsiteY10" fmla="*/ 112652 h 1479108"/>
                <a:gd name="connsiteX11" fmla="*/ 1151893 w 1477956"/>
                <a:gd name="connsiteY11" fmla="*/ 126304 h 1479108"/>
                <a:gd name="connsiteX12" fmla="*/ 1477956 w 1477956"/>
                <a:gd name="connsiteY12" fmla="*/ 739554 h 1479108"/>
                <a:gd name="connsiteX13" fmla="*/ 1151894 w 1477956"/>
                <a:gd name="connsiteY13" fmla="*/ 1352804 h 1479108"/>
                <a:gd name="connsiteX14" fmla="*/ 1126741 w 1477956"/>
                <a:gd name="connsiteY14" fmla="*/ 1366456 h 1479108"/>
                <a:gd name="connsiteX15" fmla="*/ 1021291 w 1477956"/>
                <a:gd name="connsiteY15" fmla="*/ 1183813 h 1479108"/>
                <a:gd name="connsiteX16" fmla="*/ 1033486 w 1477956"/>
                <a:gd name="connsiteY16" fmla="*/ 1177193 h 1479108"/>
                <a:gd name="connsiteX17" fmla="*/ 1266177 w 1477956"/>
                <a:gd name="connsiteY17" fmla="*/ 739554 h 1479108"/>
                <a:gd name="connsiteX18" fmla="*/ 1033486 w 1477956"/>
                <a:gd name="connsiteY18" fmla="*/ 301915 h 1479108"/>
                <a:gd name="connsiteX19" fmla="*/ 1021291 w 1477956"/>
                <a:gd name="connsiteY19" fmla="*/ 295296 h 1479108"/>
                <a:gd name="connsiteX20" fmla="*/ 738401 w 1477956"/>
                <a:gd name="connsiteY20" fmla="*/ 0 h 1479108"/>
                <a:gd name="connsiteX21" fmla="*/ 1026269 w 1477956"/>
                <a:gd name="connsiteY21" fmla="*/ 58118 h 1479108"/>
                <a:gd name="connsiteX22" fmla="*/ 1086544 w 1477956"/>
                <a:gd name="connsiteY22" fmla="*/ 90834 h 1479108"/>
                <a:gd name="connsiteX23" fmla="*/ 981095 w 1477956"/>
                <a:gd name="connsiteY23" fmla="*/ 273478 h 1479108"/>
                <a:gd name="connsiteX24" fmla="*/ 943836 w 1477956"/>
                <a:gd name="connsiteY24" fmla="*/ 253254 h 1479108"/>
                <a:gd name="connsiteX25" fmla="*/ 738401 w 1477956"/>
                <a:gd name="connsiteY25" fmla="*/ 211779 h 1479108"/>
                <a:gd name="connsiteX26" fmla="*/ 221348 w 1477956"/>
                <a:gd name="connsiteY26" fmla="*/ 633189 h 1479108"/>
                <a:gd name="connsiteX27" fmla="*/ 212930 w 1477956"/>
                <a:gd name="connsiteY27" fmla="*/ 716694 h 1479108"/>
                <a:gd name="connsiteX28" fmla="*/ 0 w 1477956"/>
                <a:gd name="connsiteY28" fmla="*/ 716694 h 1479108"/>
                <a:gd name="connsiteX29" fmla="*/ 2664 w 1477956"/>
                <a:gd name="connsiteY29" fmla="*/ 663939 h 1479108"/>
                <a:gd name="connsiteX30" fmla="*/ 738401 w 1477956"/>
                <a:gd name="connsiteY30" fmla="*/ 0 h 147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77956" h="1479108">
                  <a:moveTo>
                    <a:pt x="0" y="762414"/>
                  </a:moveTo>
                  <a:lnTo>
                    <a:pt x="212930" y="762414"/>
                  </a:lnTo>
                  <a:lnTo>
                    <a:pt x="221348" y="845919"/>
                  </a:lnTo>
                  <a:cubicBezTo>
                    <a:pt x="270561" y="1086417"/>
                    <a:pt x="483354" y="1267329"/>
                    <a:pt x="738401" y="1267329"/>
                  </a:cubicBezTo>
                  <a:cubicBezTo>
                    <a:pt x="811272" y="1267329"/>
                    <a:pt x="880693" y="1252561"/>
                    <a:pt x="943836" y="1225854"/>
                  </a:cubicBezTo>
                  <a:lnTo>
                    <a:pt x="981095" y="1205631"/>
                  </a:lnTo>
                  <a:lnTo>
                    <a:pt x="1086544" y="1388274"/>
                  </a:lnTo>
                  <a:lnTo>
                    <a:pt x="1026269" y="1420990"/>
                  </a:lnTo>
                  <a:cubicBezTo>
                    <a:pt x="937790" y="1458414"/>
                    <a:pt x="840513" y="1479108"/>
                    <a:pt x="738401" y="1479108"/>
                  </a:cubicBezTo>
                  <a:cubicBezTo>
                    <a:pt x="355484" y="1479108"/>
                    <a:pt x="40537" y="1188093"/>
                    <a:pt x="2664" y="815169"/>
                  </a:cubicBezTo>
                  <a:close/>
                  <a:moveTo>
                    <a:pt x="1126741" y="112652"/>
                  </a:moveTo>
                  <a:lnTo>
                    <a:pt x="1151893" y="126304"/>
                  </a:lnTo>
                  <a:cubicBezTo>
                    <a:pt x="1348616" y="259208"/>
                    <a:pt x="1477956" y="484277"/>
                    <a:pt x="1477956" y="739554"/>
                  </a:cubicBezTo>
                  <a:cubicBezTo>
                    <a:pt x="1477956" y="994832"/>
                    <a:pt x="1348616" y="1219901"/>
                    <a:pt x="1151894" y="1352804"/>
                  </a:cubicBezTo>
                  <a:lnTo>
                    <a:pt x="1126741" y="1366456"/>
                  </a:lnTo>
                  <a:lnTo>
                    <a:pt x="1021291" y="1183813"/>
                  </a:lnTo>
                  <a:lnTo>
                    <a:pt x="1033486" y="1177193"/>
                  </a:lnTo>
                  <a:cubicBezTo>
                    <a:pt x="1173875" y="1082348"/>
                    <a:pt x="1266177" y="921730"/>
                    <a:pt x="1266177" y="739554"/>
                  </a:cubicBezTo>
                  <a:cubicBezTo>
                    <a:pt x="1266177" y="557378"/>
                    <a:pt x="1173875" y="396760"/>
                    <a:pt x="1033486" y="301915"/>
                  </a:cubicBezTo>
                  <a:lnTo>
                    <a:pt x="1021291" y="295296"/>
                  </a:lnTo>
                  <a:close/>
                  <a:moveTo>
                    <a:pt x="738401" y="0"/>
                  </a:moveTo>
                  <a:cubicBezTo>
                    <a:pt x="840512" y="0"/>
                    <a:pt x="937790" y="20695"/>
                    <a:pt x="1026269" y="58118"/>
                  </a:cubicBezTo>
                  <a:lnTo>
                    <a:pt x="1086544" y="90834"/>
                  </a:lnTo>
                  <a:lnTo>
                    <a:pt x="981095" y="273478"/>
                  </a:lnTo>
                  <a:lnTo>
                    <a:pt x="943836" y="253254"/>
                  </a:lnTo>
                  <a:cubicBezTo>
                    <a:pt x="880693" y="226547"/>
                    <a:pt x="811272" y="211779"/>
                    <a:pt x="738401" y="211779"/>
                  </a:cubicBezTo>
                  <a:cubicBezTo>
                    <a:pt x="483354" y="211779"/>
                    <a:pt x="270561" y="392691"/>
                    <a:pt x="221348" y="633189"/>
                  </a:cubicBezTo>
                  <a:lnTo>
                    <a:pt x="212930" y="716694"/>
                  </a:lnTo>
                  <a:lnTo>
                    <a:pt x="0" y="716694"/>
                  </a:lnTo>
                  <a:lnTo>
                    <a:pt x="2664" y="663939"/>
                  </a:lnTo>
                  <a:cubicBezTo>
                    <a:pt x="40537" y="291015"/>
                    <a:pt x="355484" y="0"/>
                    <a:pt x="738401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pic>
          <p:nvPicPr>
            <p:cNvPr id="57" name="图片 56"/>
            <p:cNvPicPr/>
            <p:nvPr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787681" y="3104842"/>
              <a:ext cx="1054716" cy="1054716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</p:spPr>
        </p:pic>
      </p:grpSp>
      <p:sp>
        <p:nvSpPr>
          <p:cNvPr id="76" name="矩形 75"/>
          <p:cNvSpPr/>
          <p:nvPr/>
        </p:nvSpPr>
        <p:spPr>
          <a:xfrm>
            <a:off x="673100" y="3074670"/>
            <a:ext cx="2539790" cy="249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60400" y="2829025"/>
            <a:ext cx="2350174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660400" y="3297816"/>
            <a:ext cx="2596113" cy="11375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当您单击设计并选择新的主题时，图片或图形将会更改以匹配新的主题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35</a:t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 dirty="0">
                <a:ea typeface="+mn-ea"/>
                <a:cs typeface="+mn-ea"/>
              </a:rPr>
              <a:t>人机交互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>
                    <a:lumMod val="75000"/>
                  </a:prstClr>
                </a:solidFill>
                <a:cs typeface="+mn-ea"/>
              </a:rPr>
              <a:t>Main Conclusions</a:t>
            </a:r>
            <a:endParaRPr lang="en-US" altLang="zh-CN" sz="1000" dirty="0">
              <a:solidFill>
                <a:prstClr val="white">
                  <a:lumMod val="75000"/>
                </a:prstClr>
              </a:solidFill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24588" t="13433" r="24588" b="26261"/>
          <a:stretch>
            <a:fillRect/>
          </a:stretch>
        </p:blipFill>
        <p:spPr>
          <a:xfrm>
            <a:off x="1110876" y="1342785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23✪</a:t>
            </a:r>
            <a:r>
              <a:rPr lang="zh-CN" altLang="en-US" dirty="0">
                <a:ea typeface="+mn-ea"/>
                <a:cs typeface="+mn-ea"/>
              </a:rPr>
              <a:t>条形图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请输入你的主标题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请输入你的副标题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37</a:t>
            </a:fld>
            <a:endParaRPr lang="zh-CN" altLang="en-US" dirty="0"/>
          </a:p>
        </p:txBody>
      </p:sp>
      <p:graphicFrame>
        <p:nvGraphicFramePr>
          <p:cNvPr id="6" name="图表 5"/>
          <p:cNvGraphicFramePr/>
          <p:nvPr/>
        </p:nvGraphicFramePr>
        <p:xfrm>
          <a:off x="660400" y="2622683"/>
          <a:ext cx="10858500" cy="3506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24✪</a:t>
            </a:r>
            <a:r>
              <a:rPr lang="zh-CN" altLang="en-US" dirty="0">
                <a:ea typeface="+mn-ea"/>
                <a:cs typeface="+mn-ea"/>
              </a:rPr>
              <a:t>柱状图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请输入你的主标题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38</a:t>
            </a:fld>
            <a:endParaRPr lang="zh-CN" altLang="en-US" dirty="0"/>
          </a:p>
        </p:txBody>
      </p:sp>
      <p:graphicFrame>
        <p:nvGraphicFramePr>
          <p:cNvPr id="5" name="图表 4"/>
          <p:cNvGraphicFramePr/>
          <p:nvPr/>
        </p:nvGraphicFramePr>
        <p:xfrm>
          <a:off x="4386804" y="2928395"/>
          <a:ext cx="7132095" cy="3209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0" name="Group 7"/>
          <p:cNvGrpSpPr/>
          <p:nvPr/>
        </p:nvGrpSpPr>
        <p:grpSpPr>
          <a:xfrm>
            <a:off x="1884680" y="2928395"/>
            <a:ext cx="1277845" cy="1277845"/>
            <a:chOff x="10010259" y="3170881"/>
            <a:chExt cx="820800" cy="820800"/>
          </a:xfrm>
        </p:grpSpPr>
        <p:sp>
          <p:nvSpPr>
            <p:cNvPr id="11" name="íṥļîḓê"/>
            <p:cNvSpPr/>
            <p:nvPr/>
          </p:nvSpPr>
          <p:spPr>
            <a:xfrm>
              <a:off x="10010259" y="3170881"/>
              <a:ext cx="820800" cy="8208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2" name="íṥlíḓê"/>
            <p:cNvSpPr/>
            <p:nvPr/>
          </p:nvSpPr>
          <p:spPr>
            <a:xfrm>
              <a:off x="10060288" y="3221030"/>
              <a:ext cx="720743" cy="72074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sp>
          <p:nvSpPr>
            <p:cNvPr id="13" name="ïśļiḑé"/>
            <p:cNvSpPr/>
            <p:nvPr/>
          </p:nvSpPr>
          <p:spPr>
            <a:xfrm>
              <a:off x="10203885" y="3359753"/>
              <a:ext cx="433547" cy="443294"/>
            </a:xfrm>
            <a:custGeom>
              <a:avLst/>
              <a:gdLst>
                <a:gd name="connsiteX0" fmla="*/ 213146 w 589931"/>
                <a:gd name="connsiteY0" fmla="*/ 526615 h 603193"/>
                <a:gd name="connsiteX1" fmla="*/ 213146 w 589931"/>
                <a:gd name="connsiteY1" fmla="*/ 585675 h 603193"/>
                <a:gd name="connsiteX2" fmla="*/ 400206 w 589931"/>
                <a:gd name="connsiteY2" fmla="*/ 585675 h 603193"/>
                <a:gd name="connsiteX3" fmla="*/ 400206 w 589931"/>
                <a:gd name="connsiteY3" fmla="*/ 526615 h 603193"/>
                <a:gd name="connsiteX4" fmla="*/ 175558 w 589931"/>
                <a:gd name="connsiteY4" fmla="*/ 332292 h 603193"/>
                <a:gd name="connsiteX5" fmla="*/ 352470 w 589931"/>
                <a:gd name="connsiteY5" fmla="*/ 509097 h 603193"/>
                <a:gd name="connsiteX6" fmla="*/ 417747 w 589931"/>
                <a:gd name="connsiteY6" fmla="*/ 509097 h 603193"/>
                <a:gd name="connsiteX7" fmla="*/ 417747 w 589931"/>
                <a:gd name="connsiteY7" fmla="*/ 603193 h 603193"/>
                <a:gd name="connsiteX8" fmla="*/ 195605 w 589931"/>
                <a:gd name="connsiteY8" fmla="*/ 603193 h 603193"/>
                <a:gd name="connsiteX9" fmla="*/ 195605 w 589931"/>
                <a:gd name="connsiteY9" fmla="*/ 509097 h 603193"/>
                <a:gd name="connsiteX10" fmla="*/ 204250 w 589931"/>
                <a:gd name="connsiteY10" fmla="*/ 509097 h 603193"/>
                <a:gd name="connsiteX11" fmla="*/ 100132 w 589931"/>
                <a:gd name="connsiteY11" fmla="*/ 405116 h 603193"/>
                <a:gd name="connsiteX12" fmla="*/ 149748 w 589931"/>
                <a:gd name="connsiteY12" fmla="*/ 378589 h 603193"/>
                <a:gd name="connsiteX13" fmla="*/ 175558 w 589931"/>
                <a:gd name="connsiteY13" fmla="*/ 332292 h 603193"/>
                <a:gd name="connsiteX14" fmla="*/ 85031 w 589931"/>
                <a:gd name="connsiteY14" fmla="*/ 272382 h 603193"/>
                <a:gd name="connsiteX15" fmla="*/ 118832 w 589931"/>
                <a:gd name="connsiteY15" fmla="*/ 306042 h 603193"/>
                <a:gd name="connsiteX16" fmla="*/ 85031 w 589931"/>
                <a:gd name="connsiteY16" fmla="*/ 339702 h 603193"/>
                <a:gd name="connsiteX17" fmla="*/ 51230 w 589931"/>
                <a:gd name="connsiteY17" fmla="*/ 306042 h 603193"/>
                <a:gd name="connsiteX18" fmla="*/ 85031 w 589931"/>
                <a:gd name="connsiteY18" fmla="*/ 272382 h 603193"/>
                <a:gd name="connsiteX19" fmla="*/ 85102 w 589931"/>
                <a:gd name="connsiteY19" fmla="*/ 242228 h 603193"/>
                <a:gd name="connsiteX20" fmla="*/ 21181 w 589931"/>
                <a:gd name="connsiteY20" fmla="*/ 306042 h 603193"/>
                <a:gd name="connsiteX21" fmla="*/ 85102 w 589931"/>
                <a:gd name="connsiteY21" fmla="*/ 369731 h 603193"/>
                <a:gd name="connsiteX22" fmla="*/ 148897 w 589931"/>
                <a:gd name="connsiteY22" fmla="*/ 306042 h 603193"/>
                <a:gd name="connsiteX23" fmla="*/ 85102 w 589931"/>
                <a:gd name="connsiteY23" fmla="*/ 242228 h 603193"/>
                <a:gd name="connsiteX24" fmla="*/ 85102 w 589931"/>
                <a:gd name="connsiteY24" fmla="*/ 221081 h 603193"/>
                <a:gd name="connsiteX25" fmla="*/ 169703 w 589931"/>
                <a:gd name="connsiteY25" fmla="*/ 297408 h 603193"/>
                <a:gd name="connsiteX26" fmla="*/ 170204 w 589931"/>
                <a:gd name="connsiteY26" fmla="*/ 306042 h 603193"/>
                <a:gd name="connsiteX27" fmla="*/ 85102 w 589931"/>
                <a:gd name="connsiteY27" fmla="*/ 391002 h 603193"/>
                <a:gd name="connsiteX28" fmla="*/ 0 w 589931"/>
                <a:gd name="connsiteY28" fmla="*/ 306042 h 603193"/>
                <a:gd name="connsiteX29" fmla="*/ 85102 w 589931"/>
                <a:gd name="connsiteY29" fmla="*/ 221081 h 603193"/>
                <a:gd name="connsiteX30" fmla="*/ 412008 w 589931"/>
                <a:gd name="connsiteY30" fmla="*/ 0 h 603193"/>
                <a:gd name="connsiteX31" fmla="*/ 546850 w 589931"/>
                <a:gd name="connsiteY31" fmla="*/ 8384 h 603193"/>
                <a:gd name="connsiteX32" fmla="*/ 553743 w 589931"/>
                <a:gd name="connsiteY32" fmla="*/ 11762 h 603193"/>
                <a:gd name="connsiteX33" fmla="*/ 556249 w 589931"/>
                <a:gd name="connsiteY33" fmla="*/ 19020 h 603193"/>
                <a:gd name="connsiteX34" fmla="*/ 550986 w 589931"/>
                <a:gd name="connsiteY34" fmla="*/ 27278 h 603193"/>
                <a:gd name="connsiteX35" fmla="*/ 546349 w 589931"/>
                <a:gd name="connsiteY35" fmla="*/ 28404 h 603193"/>
                <a:gd name="connsiteX36" fmla="*/ 545472 w 589931"/>
                <a:gd name="connsiteY36" fmla="*/ 28404 h 603193"/>
                <a:gd name="connsiteX37" fmla="*/ 418525 w 589931"/>
                <a:gd name="connsiteY37" fmla="*/ 20396 h 603193"/>
                <a:gd name="connsiteX38" fmla="*/ 395216 w 589931"/>
                <a:gd name="connsiteY38" fmla="*/ 79582 h 603193"/>
                <a:gd name="connsiteX39" fmla="*/ 439578 w 589931"/>
                <a:gd name="connsiteY39" fmla="*/ 159914 h 603193"/>
                <a:gd name="connsiteX40" fmla="*/ 509004 w 589931"/>
                <a:gd name="connsiteY40" fmla="*/ 173678 h 603193"/>
                <a:gd name="connsiteX41" fmla="*/ 571162 w 589931"/>
                <a:gd name="connsiteY41" fmla="*/ 62815 h 603193"/>
                <a:gd name="connsiteX42" fmla="*/ 574922 w 589931"/>
                <a:gd name="connsiteY42" fmla="*/ 58936 h 603193"/>
                <a:gd name="connsiteX43" fmla="*/ 584822 w 589931"/>
                <a:gd name="connsiteY43" fmla="*/ 58936 h 603193"/>
                <a:gd name="connsiteX44" fmla="*/ 588707 w 589931"/>
                <a:gd name="connsiteY44" fmla="*/ 72575 h 603193"/>
                <a:gd name="connsiteX45" fmla="*/ 522915 w 589931"/>
                <a:gd name="connsiteY45" fmla="*/ 189820 h 603193"/>
                <a:gd name="connsiteX46" fmla="*/ 514268 w 589931"/>
                <a:gd name="connsiteY46" fmla="*/ 194950 h 603193"/>
                <a:gd name="connsiteX47" fmla="*/ 512263 w 589931"/>
                <a:gd name="connsiteY47" fmla="*/ 194825 h 603193"/>
                <a:gd name="connsiteX48" fmla="*/ 453739 w 589931"/>
                <a:gd name="connsiteY48" fmla="*/ 183063 h 603193"/>
                <a:gd name="connsiteX49" fmla="*/ 455869 w 589931"/>
                <a:gd name="connsiteY49" fmla="*/ 185690 h 603193"/>
                <a:gd name="connsiteX50" fmla="*/ 445593 w 589931"/>
                <a:gd name="connsiteY50" fmla="*/ 189820 h 603193"/>
                <a:gd name="connsiteX51" fmla="*/ 405617 w 589931"/>
                <a:gd name="connsiteY51" fmla="*/ 210966 h 603193"/>
                <a:gd name="connsiteX52" fmla="*/ 395717 w 589931"/>
                <a:gd name="connsiteY52" fmla="*/ 192322 h 603193"/>
                <a:gd name="connsiteX53" fmla="*/ 180295 w 589931"/>
                <a:gd name="connsiteY53" fmla="*/ 308441 h 603193"/>
                <a:gd name="connsiteX54" fmla="*/ 167763 w 589931"/>
                <a:gd name="connsiteY54" fmla="*/ 253260 h 603193"/>
                <a:gd name="connsiteX55" fmla="*/ 128288 w 589931"/>
                <a:gd name="connsiteY55" fmla="*/ 214970 h 603193"/>
                <a:gd name="connsiteX56" fmla="*/ 346718 w 589931"/>
                <a:gd name="connsiteY56" fmla="*/ 99727 h 603193"/>
                <a:gd name="connsiteX57" fmla="*/ 336817 w 589931"/>
                <a:gd name="connsiteY57" fmla="*/ 80958 h 603193"/>
                <a:gd name="connsiteX58" fmla="*/ 382684 w 589931"/>
                <a:gd name="connsiteY58" fmla="*/ 56808 h 603193"/>
                <a:gd name="connsiteX59" fmla="*/ 402609 w 589931"/>
                <a:gd name="connsiteY59" fmla="*/ 6257 h 603193"/>
                <a:gd name="connsiteX60" fmla="*/ 412008 w 589931"/>
                <a:gd name="connsiteY60" fmla="*/ 0 h 60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89931" h="603193">
                  <a:moveTo>
                    <a:pt x="213146" y="526615"/>
                  </a:moveTo>
                  <a:lnTo>
                    <a:pt x="213146" y="585675"/>
                  </a:lnTo>
                  <a:lnTo>
                    <a:pt x="400206" y="585675"/>
                  </a:lnTo>
                  <a:lnTo>
                    <a:pt x="400206" y="526615"/>
                  </a:lnTo>
                  <a:close/>
                  <a:moveTo>
                    <a:pt x="175558" y="332292"/>
                  </a:moveTo>
                  <a:lnTo>
                    <a:pt x="352470" y="509097"/>
                  </a:lnTo>
                  <a:lnTo>
                    <a:pt x="417747" y="509097"/>
                  </a:lnTo>
                  <a:lnTo>
                    <a:pt x="417747" y="603193"/>
                  </a:lnTo>
                  <a:lnTo>
                    <a:pt x="195605" y="603193"/>
                  </a:lnTo>
                  <a:lnTo>
                    <a:pt x="195605" y="509097"/>
                  </a:lnTo>
                  <a:lnTo>
                    <a:pt x="204250" y="509097"/>
                  </a:lnTo>
                  <a:lnTo>
                    <a:pt x="100132" y="405116"/>
                  </a:lnTo>
                  <a:cubicBezTo>
                    <a:pt x="100132" y="405116"/>
                    <a:pt x="124438" y="403865"/>
                    <a:pt x="149748" y="378589"/>
                  </a:cubicBezTo>
                  <a:cubicBezTo>
                    <a:pt x="175057" y="353439"/>
                    <a:pt x="175558" y="332292"/>
                    <a:pt x="175558" y="332292"/>
                  </a:cubicBezTo>
                  <a:close/>
                  <a:moveTo>
                    <a:pt x="85031" y="272382"/>
                  </a:moveTo>
                  <a:cubicBezTo>
                    <a:pt x="103699" y="272382"/>
                    <a:pt x="118832" y="287452"/>
                    <a:pt x="118832" y="306042"/>
                  </a:cubicBezTo>
                  <a:cubicBezTo>
                    <a:pt x="118832" y="324632"/>
                    <a:pt x="103699" y="339702"/>
                    <a:pt x="85031" y="339702"/>
                  </a:cubicBezTo>
                  <a:cubicBezTo>
                    <a:pt x="66363" y="339702"/>
                    <a:pt x="51230" y="324632"/>
                    <a:pt x="51230" y="306042"/>
                  </a:cubicBezTo>
                  <a:cubicBezTo>
                    <a:pt x="51230" y="287452"/>
                    <a:pt x="66363" y="272382"/>
                    <a:pt x="85031" y="272382"/>
                  </a:cubicBezTo>
                  <a:close/>
                  <a:moveTo>
                    <a:pt x="85102" y="242228"/>
                  </a:moveTo>
                  <a:cubicBezTo>
                    <a:pt x="49883" y="242228"/>
                    <a:pt x="21181" y="270881"/>
                    <a:pt x="21181" y="306042"/>
                  </a:cubicBezTo>
                  <a:cubicBezTo>
                    <a:pt x="21181" y="341202"/>
                    <a:pt x="49883" y="369731"/>
                    <a:pt x="85102" y="369731"/>
                  </a:cubicBezTo>
                  <a:cubicBezTo>
                    <a:pt x="120321" y="369731"/>
                    <a:pt x="148897" y="341202"/>
                    <a:pt x="148897" y="306042"/>
                  </a:cubicBezTo>
                  <a:cubicBezTo>
                    <a:pt x="148897" y="270881"/>
                    <a:pt x="120321" y="242228"/>
                    <a:pt x="85102" y="242228"/>
                  </a:cubicBezTo>
                  <a:close/>
                  <a:moveTo>
                    <a:pt x="85102" y="221081"/>
                  </a:moveTo>
                  <a:cubicBezTo>
                    <a:pt x="128969" y="221081"/>
                    <a:pt x="165316" y="253864"/>
                    <a:pt x="169703" y="297408"/>
                  </a:cubicBezTo>
                  <a:cubicBezTo>
                    <a:pt x="170079" y="300286"/>
                    <a:pt x="170204" y="303164"/>
                    <a:pt x="170204" y="306042"/>
                  </a:cubicBezTo>
                  <a:cubicBezTo>
                    <a:pt x="170204" y="352839"/>
                    <a:pt x="131977" y="391002"/>
                    <a:pt x="85102" y="391002"/>
                  </a:cubicBezTo>
                  <a:cubicBezTo>
                    <a:pt x="38101" y="391002"/>
                    <a:pt x="0" y="352839"/>
                    <a:pt x="0" y="306042"/>
                  </a:cubicBezTo>
                  <a:cubicBezTo>
                    <a:pt x="0" y="259120"/>
                    <a:pt x="38101" y="221081"/>
                    <a:pt x="85102" y="221081"/>
                  </a:cubicBezTo>
                  <a:close/>
                  <a:moveTo>
                    <a:pt x="412008" y="0"/>
                  </a:moveTo>
                  <a:lnTo>
                    <a:pt x="546850" y="8384"/>
                  </a:lnTo>
                  <a:cubicBezTo>
                    <a:pt x="549482" y="8509"/>
                    <a:pt x="551988" y="9760"/>
                    <a:pt x="553743" y="11762"/>
                  </a:cubicBezTo>
                  <a:cubicBezTo>
                    <a:pt x="555497" y="13764"/>
                    <a:pt x="556375" y="16392"/>
                    <a:pt x="556249" y="19020"/>
                  </a:cubicBezTo>
                  <a:cubicBezTo>
                    <a:pt x="555999" y="22523"/>
                    <a:pt x="553993" y="25526"/>
                    <a:pt x="550986" y="27278"/>
                  </a:cubicBezTo>
                  <a:cubicBezTo>
                    <a:pt x="549482" y="28029"/>
                    <a:pt x="547853" y="28404"/>
                    <a:pt x="546349" y="28404"/>
                  </a:cubicBezTo>
                  <a:lnTo>
                    <a:pt x="545472" y="28404"/>
                  </a:lnTo>
                  <a:lnTo>
                    <a:pt x="418525" y="20396"/>
                  </a:lnTo>
                  <a:lnTo>
                    <a:pt x="395216" y="79582"/>
                  </a:lnTo>
                  <a:lnTo>
                    <a:pt x="439578" y="159914"/>
                  </a:lnTo>
                  <a:lnTo>
                    <a:pt x="509004" y="173678"/>
                  </a:lnTo>
                  <a:lnTo>
                    <a:pt x="571162" y="62815"/>
                  </a:lnTo>
                  <a:cubicBezTo>
                    <a:pt x="572039" y="61188"/>
                    <a:pt x="573292" y="59937"/>
                    <a:pt x="574922" y="58936"/>
                  </a:cubicBezTo>
                  <a:cubicBezTo>
                    <a:pt x="577929" y="57309"/>
                    <a:pt x="581814" y="57309"/>
                    <a:pt x="584822" y="58936"/>
                  </a:cubicBezTo>
                  <a:cubicBezTo>
                    <a:pt x="589584" y="61563"/>
                    <a:pt x="591338" y="67695"/>
                    <a:pt x="588707" y="72575"/>
                  </a:cubicBezTo>
                  <a:lnTo>
                    <a:pt x="522915" y="189820"/>
                  </a:lnTo>
                  <a:cubicBezTo>
                    <a:pt x="521285" y="193073"/>
                    <a:pt x="517902" y="194950"/>
                    <a:pt x="514268" y="194950"/>
                  </a:cubicBezTo>
                  <a:cubicBezTo>
                    <a:pt x="513641" y="194950"/>
                    <a:pt x="512889" y="194950"/>
                    <a:pt x="512263" y="194825"/>
                  </a:cubicBezTo>
                  <a:lnTo>
                    <a:pt x="453739" y="183063"/>
                  </a:lnTo>
                  <a:lnTo>
                    <a:pt x="455869" y="185690"/>
                  </a:lnTo>
                  <a:lnTo>
                    <a:pt x="445593" y="189820"/>
                  </a:lnTo>
                  <a:lnTo>
                    <a:pt x="405617" y="210966"/>
                  </a:lnTo>
                  <a:lnTo>
                    <a:pt x="395717" y="192322"/>
                  </a:lnTo>
                  <a:lnTo>
                    <a:pt x="180295" y="308441"/>
                  </a:lnTo>
                  <a:cubicBezTo>
                    <a:pt x="180295" y="308441"/>
                    <a:pt x="190697" y="290923"/>
                    <a:pt x="167763" y="253260"/>
                  </a:cubicBezTo>
                  <a:cubicBezTo>
                    <a:pt x="144830" y="215596"/>
                    <a:pt x="128288" y="214970"/>
                    <a:pt x="128288" y="214970"/>
                  </a:cubicBezTo>
                  <a:lnTo>
                    <a:pt x="346718" y="99727"/>
                  </a:lnTo>
                  <a:lnTo>
                    <a:pt x="336817" y="80958"/>
                  </a:lnTo>
                  <a:lnTo>
                    <a:pt x="382684" y="56808"/>
                  </a:lnTo>
                  <a:lnTo>
                    <a:pt x="402609" y="6257"/>
                  </a:lnTo>
                  <a:cubicBezTo>
                    <a:pt x="404113" y="2378"/>
                    <a:pt x="407622" y="0"/>
                    <a:pt x="41200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53707" y="4748848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59972" y="4564098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41649" y="4964208"/>
            <a:ext cx="336390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主题和样式也有助于文档保持协调。当应用样式时，您的标题会进行更改以匹配新的主题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4297680" y="1569044"/>
            <a:ext cx="3596640" cy="23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25.1✪</a:t>
            </a:r>
            <a:r>
              <a:rPr lang="zh-CN" altLang="en-US" dirty="0">
                <a:ea typeface="+mn-ea"/>
                <a:cs typeface="+mn-ea"/>
              </a:rPr>
              <a:t>柱状图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660400" y="2928395"/>
          <a:ext cx="10858499" cy="3209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819400" y="1325786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0400" y="1987669"/>
            <a:ext cx="1087120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主题和样式也有助于文档保持协调。当您单击设计并选择新的主题时，图片、图表或 </a:t>
            </a:r>
            <a:r>
              <a:rPr lang="en-US" altLang="zh-CN" dirty="0">
                <a:ea typeface="+mn-ea"/>
                <a:cs typeface="+mn-ea"/>
              </a:rPr>
              <a:t>SmartArt </a:t>
            </a:r>
            <a:r>
              <a:rPr lang="zh-CN" altLang="en-US" dirty="0">
                <a:ea typeface="+mn-ea"/>
                <a:cs typeface="+mn-ea"/>
              </a:rPr>
              <a:t>图形将会更改以匹配新的主题。当应用样式时，您的标题会进行更改以匹配新的主题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39</a:t>
            </a:fld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25.2✪</a:t>
            </a:r>
            <a:r>
              <a:rPr lang="zh-CN" altLang="en-US" dirty="0">
                <a:ea typeface="+mn-ea"/>
                <a:cs typeface="+mn-ea"/>
              </a:rPr>
              <a:t>柱状图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660400" y="2928395"/>
          <a:ext cx="10858499" cy="3209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297680" y="1569044"/>
            <a:ext cx="3596640" cy="23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19400" y="1325786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请输入你的标题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60400" y="1987669"/>
            <a:ext cx="1087120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主题和样式也有助于文档保持协调。当您单击设计并选择新的主题时，图片、图表或 </a:t>
            </a:r>
            <a:r>
              <a:rPr lang="en-US" altLang="zh-CN" dirty="0">
                <a:ea typeface="+mn-ea"/>
                <a:cs typeface="+mn-ea"/>
              </a:rPr>
              <a:t>SmartArt </a:t>
            </a:r>
            <a:r>
              <a:rPr lang="zh-CN" altLang="en-US" dirty="0">
                <a:ea typeface="+mn-ea"/>
                <a:cs typeface="+mn-ea"/>
              </a:rPr>
              <a:t>图形将会更改以匹配新的主题。当应用样式时，您的标题会进行更改以匹配新的主题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8658142" y="4744744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81368" y="4744744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26105" y="4744744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26✪</a:t>
            </a:r>
            <a:r>
              <a:rPr lang="zh-CN" altLang="en-US" dirty="0">
                <a:ea typeface="+mn-ea"/>
                <a:cs typeface="+mn-ea"/>
              </a:rPr>
              <a:t>饼图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3886648" y="1423947"/>
          <a:ext cx="4418704" cy="2945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94996" y="4536452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0400" y="4991782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465656" y="4536452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37174" y="4991782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47752" y="4536452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19270" y="4991782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graphicFrame>
        <p:nvGraphicFramePr>
          <p:cNvPr id="13" name="图表 12"/>
          <p:cNvGraphicFramePr/>
          <p:nvPr/>
        </p:nvGraphicFramePr>
        <p:xfrm>
          <a:off x="41911" y="1451557"/>
          <a:ext cx="4418704" cy="2945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718685" y="1423947"/>
          <a:ext cx="4418704" cy="2945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1532855" y="3142485"/>
            <a:ext cx="143681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pc="6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  <a:ea typeface="+mn-ea"/>
                <a:cs typeface="+mn-ea"/>
              </a:rPr>
              <a:t>百分比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41877" y="2007093"/>
            <a:ext cx="1818773" cy="1275221"/>
            <a:chOff x="1226402" y="1958325"/>
            <a:chExt cx="1818773" cy="1275221"/>
          </a:xfrm>
        </p:grpSpPr>
        <p:sp>
          <p:nvSpPr>
            <p:cNvPr id="20" name="文本框 19"/>
            <p:cNvSpPr txBox="1"/>
            <p:nvPr/>
          </p:nvSpPr>
          <p:spPr>
            <a:xfrm>
              <a:off x="1226402" y="1958325"/>
              <a:ext cx="1635760" cy="1275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66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30</a:t>
              </a:r>
              <a:endParaRPr lang="zh-CN" altLang="en-US" sz="66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436336" y="2428398"/>
              <a:ext cx="608839" cy="665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32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%</a:t>
              </a:r>
              <a:endParaRPr lang="zh-CN" altLang="en-US" sz="32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5377592" y="3142485"/>
            <a:ext cx="143681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pc="6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  <a:ea typeface="+mn-ea"/>
                <a:cs typeface="+mn-ea"/>
              </a:rPr>
              <a:t>百分比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5186613" y="2007093"/>
            <a:ext cx="1818773" cy="1275221"/>
            <a:chOff x="1226402" y="1958325"/>
            <a:chExt cx="1818773" cy="1275221"/>
          </a:xfrm>
        </p:grpSpPr>
        <p:sp>
          <p:nvSpPr>
            <p:cNvPr id="39" name="文本框 38"/>
            <p:cNvSpPr txBox="1"/>
            <p:nvPr/>
          </p:nvSpPr>
          <p:spPr>
            <a:xfrm>
              <a:off x="1226402" y="1958325"/>
              <a:ext cx="1635760" cy="1275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66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80</a:t>
              </a:r>
              <a:endParaRPr lang="zh-CN" altLang="en-US" sz="66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436336" y="2428398"/>
              <a:ext cx="608839" cy="665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32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%</a:t>
              </a:r>
              <a:endParaRPr lang="zh-CN" altLang="en-US" sz="32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9209629" y="3150670"/>
            <a:ext cx="143681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pc="6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  <a:ea typeface="+mn-ea"/>
                <a:cs typeface="+mn-ea"/>
              </a:rPr>
              <a:t>百分比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9025000" y="2007093"/>
            <a:ext cx="1818773" cy="1275221"/>
            <a:chOff x="1226402" y="1958325"/>
            <a:chExt cx="1818773" cy="1275221"/>
          </a:xfrm>
        </p:grpSpPr>
        <p:sp>
          <p:nvSpPr>
            <p:cNvPr id="44" name="文本框 43"/>
            <p:cNvSpPr txBox="1"/>
            <p:nvPr/>
          </p:nvSpPr>
          <p:spPr>
            <a:xfrm>
              <a:off x="1226402" y="1958325"/>
              <a:ext cx="1635760" cy="1275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66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50</a:t>
              </a:r>
              <a:endParaRPr lang="zh-CN" altLang="en-US" sz="66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436336" y="2428398"/>
              <a:ext cx="608839" cy="665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32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%</a:t>
              </a:r>
              <a:endParaRPr lang="zh-CN" altLang="en-US" sz="32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41</a:t>
            </a:fld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27✪</a:t>
            </a:r>
            <a:r>
              <a:rPr lang="zh-CN" altLang="en-US" dirty="0">
                <a:ea typeface="+mn-ea"/>
                <a:cs typeface="+mn-ea"/>
              </a:rPr>
              <a:t>饼图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1272244" y="2198807"/>
          <a:ext cx="4212384" cy="280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/>
          <p:cNvSpPr/>
          <p:nvPr/>
        </p:nvSpPr>
        <p:spPr>
          <a:xfrm>
            <a:off x="2108541" y="1729850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22169" y="1521558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3687" y="4983521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216587" y="4983521"/>
            <a:ext cx="3181726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ea typeface="+mn-ea"/>
                <a:cs typeface="+mn-ea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3" name="矩形 12"/>
          <p:cNvSpPr/>
          <p:nvPr/>
        </p:nvSpPr>
        <p:spPr>
          <a:xfrm>
            <a:off x="7531441" y="1729850"/>
            <a:ext cx="2539790" cy="215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45069" y="1521558"/>
            <a:ext cx="292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graphicFrame>
        <p:nvGraphicFramePr>
          <p:cNvPr id="16" name="图表 15"/>
          <p:cNvGraphicFramePr/>
          <p:nvPr/>
        </p:nvGraphicFramePr>
        <p:xfrm>
          <a:off x="6695144" y="2198807"/>
          <a:ext cx="4212384" cy="280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42</a:t>
            </a:fld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28✪</a:t>
            </a:r>
            <a:r>
              <a:rPr lang="zh-CN" altLang="en-US" dirty="0">
                <a:ea typeface="+mn-ea"/>
                <a:cs typeface="+mn-ea"/>
              </a:rPr>
              <a:t>环形图</a:t>
            </a:r>
          </a:p>
        </p:txBody>
      </p:sp>
      <p:pic>
        <p:nvPicPr>
          <p:cNvPr id="19" name="图片 18"/>
          <p:cNvPicPr/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3617" y="2419458"/>
            <a:ext cx="2533662" cy="2533656"/>
          </a:xfrm>
          <a:custGeom>
            <a:avLst/>
            <a:gdLst>
              <a:gd name="connsiteX0" fmla="*/ 1026607 w 2053214"/>
              <a:gd name="connsiteY0" fmla="*/ 0 h 2053210"/>
              <a:gd name="connsiteX1" fmla="*/ 2053214 w 2053214"/>
              <a:gd name="connsiteY1" fmla="*/ 1026605 h 2053210"/>
              <a:gd name="connsiteX2" fmla="*/ 1026607 w 2053214"/>
              <a:gd name="connsiteY2" fmla="*/ 2053210 h 2053210"/>
              <a:gd name="connsiteX3" fmla="*/ 0 w 2053214"/>
              <a:gd name="connsiteY3" fmla="*/ 1026605 h 2053210"/>
              <a:gd name="connsiteX4" fmla="*/ 1026607 w 2053214"/>
              <a:gd name="connsiteY4" fmla="*/ 0 h 205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14" h="2053210">
                <a:moveTo>
                  <a:pt x="1026607" y="0"/>
                </a:moveTo>
                <a:cubicBezTo>
                  <a:pt x="1593586" y="0"/>
                  <a:pt x="2053214" y="459627"/>
                  <a:pt x="2053214" y="1026605"/>
                </a:cubicBezTo>
                <a:cubicBezTo>
                  <a:pt x="2053214" y="1593583"/>
                  <a:pt x="1593586" y="2053210"/>
                  <a:pt x="1026607" y="2053210"/>
                </a:cubicBezTo>
                <a:cubicBezTo>
                  <a:pt x="459628" y="2053210"/>
                  <a:pt x="0" y="1593583"/>
                  <a:pt x="0" y="1026605"/>
                </a:cubicBezTo>
                <a:cubicBezTo>
                  <a:pt x="0" y="459627"/>
                  <a:pt x="459628" y="0"/>
                  <a:pt x="1026607" y="0"/>
                </a:cubicBezTo>
                <a:close/>
              </a:path>
            </a:pathLst>
          </a:custGeom>
        </p:spPr>
      </p:pic>
      <p:grpSp>
        <p:nvGrpSpPr>
          <p:cNvPr id="37" name="组合 36"/>
          <p:cNvGrpSpPr/>
          <p:nvPr/>
        </p:nvGrpSpPr>
        <p:grpSpPr>
          <a:xfrm>
            <a:off x="660400" y="1421882"/>
            <a:ext cx="1332403" cy="1060227"/>
            <a:chOff x="660400" y="1396585"/>
            <a:chExt cx="1332403" cy="1060227"/>
          </a:xfrm>
        </p:grpSpPr>
        <p:sp>
          <p:nvSpPr>
            <p:cNvPr id="30" name="文本框 29"/>
            <p:cNvSpPr txBox="1"/>
            <p:nvPr/>
          </p:nvSpPr>
          <p:spPr>
            <a:xfrm>
              <a:off x="660400" y="1396585"/>
              <a:ext cx="1010409" cy="1060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5400" dirty="0">
                  <a:solidFill>
                    <a:schemeClr val="accent2"/>
                  </a:solidFill>
                  <a:latin typeface="+mj-lt"/>
                  <a:ea typeface="+mn-ea"/>
                  <a:cs typeface="+mn-ea"/>
                </a:rPr>
                <a:t>70</a:t>
              </a:r>
              <a:endParaRPr lang="zh-CN" altLang="en-US" sz="5400" dirty="0">
                <a:solidFill>
                  <a:schemeClr val="accent2"/>
                </a:solidFill>
                <a:latin typeface="+mj-lt"/>
                <a:ea typeface="+mn-ea"/>
                <a:cs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383964" y="1847076"/>
              <a:ext cx="608839" cy="522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2400" dirty="0">
                  <a:solidFill>
                    <a:schemeClr val="accent2"/>
                  </a:solidFill>
                  <a:latin typeface="+mj-lt"/>
                  <a:ea typeface="+mn-ea"/>
                  <a:cs typeface="+mn-ea"/>
                </a:rPr>
                <a:t>%</a:t>
              </a:r>
              <a:endParaRPr lang="zh-CN" altLang="en-US" sz="2400" dirty="0">
                <a:solidFill>
                  <a:schemeClr val="accent2"/>
                </a:solidFill>
                <a:latin typeface="+mj-lt"/>
                <a:ea typeface="+mn-ea"/>
                <a:cs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2026930" y="1551886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026930" y="1951996"/>
            <a:ext cx="3181726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当您单击并选择新的主题时，图片将会更改以匹配新的主题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660400" y="4826529"/>
            <a:ext cx="1332403" cy="1060227"/>
            <a:chOff x="660400" y="1396585"/>
            <a:chExt cx="1332403" cy="1060227"/>
          </a:xfrm>
        </p:grpSpPr>
        <p:sp>
          <p:nvSpPr>
            <p:cNvPr id="61" name="文本框 60"/>
            <p:cNvSpPr txBox="1"/>
            <p:nvPr/>
          </p:nvSpPr>
          <p:spPr>
            <a:xfrm>
              <a:off x="660400" y="1396585"/>
              <a:ext cx="1010409" cy="1060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5400" dirty="0">
                  <a:solidFill>
                    <a:schemeClr val="accent5"/>
                  </a:solidFill>
                  <a:latin typeface="+mj-lt"/>
                  <a:ea typeface="+mn-ea"/>
                  <a:cs typeface="+mn-ea"/>
                </a:rPr>
                <a:t>40</a:t>
              </a:r>
              <a:endParaRPr lang="zh-CN" altLang="en-US" sz="5400" dirty="0">
                <a:solidFill>
                  <a:schemeClr val="accent5"/>
                </a:solidFill>
                <a:latin typeface="+mj-lt"/>
                <a:ea typeface="+mn-ea"/>
                <a:cs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383964" y="1847076"/>
              <a:ext cx="608839" cy="522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2400" dirty="0">
                  <a:solidFill>
                    <a:schemeClr val="accent5"/>
                  </a:solidFill>
                  <a:latin typeface="+mj-lt"/>
                  <a:ea typeface="+mn-ea"/>
                  <a:cs typeface="+mn-ea"/>
                </a:rPr>
                <a:t>%</a:t>
              </a:r>
              <a:endParaRPr lang="zh-CN" altLang="en-US" sz="2400" dirty="0">
                <a:solidFill>
                  <a:schemeClr val="accent5"/>
                </a:solidFill>
                <a:latin typeface="+mj-lt"/>
                <a:ea typeface="+mn-ea"/>
                <a:cs typeface="+mn-ea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2026930" y="4956533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026930" y="5356643"/>
            <a:ext cx="3181726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当您单击并选择新的主题时，图片将会更改以匹配新的主题</a:t>
            </a:r>
          </a:p>
        </p:txBody>
      </p:sp>
      <p:grpSp>
        <p:nvGrpSpPr>
          <p:cNvPr id="66" name="组合 65"/>
          <p:cNvGrpSpPr/>
          <p:nvPr/>
        </p:nvGrpSpPr>
        <p:grpSpPr>
          <a:xfrm>
            <a:off x="660400" y="3124205"/>
            <a:ext cx="1332403" cy="1060227"/>
            <a:chOff x="660400" y="1396585"/>
            <a:chExt cx="1332403" cy="1060227"/>
          </a:xfrm>
        </p:grpSpPr>
        <p:sp>
          <p:nvSpPr>
            <p:cNvPr id="67" name="文本框 66"/>
            <p:cNvSpPr txBox="1"/>
            <p:nvPr/>
          </p:nvSpPr>
          <p:spPr>
            <a:xfrm>
              <a:off x="660400" y="1396585"/>
              <a:ext cx="1010409" cy="1060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54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60</a:t>
              </a:r>
              <a:endParaRPr lang="zh-CN" altLang="en-US" sz="54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383964" y="1847076"/>
              <a:ext cx="608839" cy="522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en-US" altLang="zh-CN" sz="2400" dirty="0">
                  <a:solidFill>
                    <a:schemeClr val="accent1"/>
                  </a:solidFill>
                  <a:latin typeface="+mj-lt"/>
                  <a:ea typeface="+mn-ea"/>
                  <a:cs typeface="+mn-ea"/>
                </a:rPr>
                <a:t>%</a:t>
              </a:r>
              <a:endParaRPr lang="zh-CN" altLang="en-US" sz="2400" dirty="0">
                <a:solidFill>
                  <a:schemeClr val="accent1"/>
                </a:solidFill>
                <a:latin typeface="+mj-lt"/>
                <a:ea typeface="+mn-ea"/>
                <a:cs typeface="+mn-ea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2026930" y="3252309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请输入你的小标题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026930" y="3652419"/>
            <a:ext cx="3181726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</a:rPr>
              <a:t>当您单击并选择新的主题时，图片将会更改以匹配新的主题</a:t>
            </a:r>
          </a:p>
        </p:txBody>
      </p:sp>
      <p:graphicFrame>
        <p:nvGraphicFramePr>
          <p:cNvPr id="88" name="图表 87"/>
          <p:cNvGraphicFramePr/>
          <p:nvPr/>
        </p:nvGraphicFramePr>
        <p:xfrm>
          <a:off x="5461100" y="1513388"/>
          <a:ext cx="6518698" cy="4345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76" name="组合 75"/>
          <p:cNvGrpSpPr/>
          <p:nvPr/>
        </p:nvGrpSpPr>
        <p:grpSpPr>
          <a:xfrm>
            <a:off x="5564777" y="1524902"/>
            <a:ext cx="3266803" cy="540000"/>
            <a:chOff x="5564777" y="1524902"/>
            <a:chExt cx="3266803" cy="540000"/>
          </a:xfrm>
        </p:grpSpPr>
        <p:cxnSp>
          <p:nvCxnSpPr>
            <p:cNvPr id="22" name="直接连接符 21"/>
            <p:cNvCxnSpPr>
              <a:stCxn id="23" idx="0"/>
            </p:cNvCxnSpPr>
            <p:nvPr/>
          </p:nvCxnSpPr>
          <p:spPr>
            <a:xfrm>
              <a:off x="5564777" y="1794902"/>
              <a:ext cx="3266803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 rot="5400000" flipV="1">
              <a:off x="5330777" y="1758902"/>
              <a:ext cx="540000" cy="72000"/>
            </a:xfrm>
            <a:prstGeom prst="rect">
              <a:avLst/>
            </a:prstGeom>
            <a:solidFill>
              <a:schemeClr val="accent2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</p:grpSp>
      <p:cxnSp>
        <p:nvCxnSpPr>
          <p:cNvPr id="78" name="直接连接符 77"/>
          <p:cNvCxnSpPr>
            <a:stCxn id="79" idx="0"/>
          </p:cNvCxnSpPr>
          <p:nvPr/>
        </p:nvCxnSpPr>
        <p:spPr>
          <a:xfrm>
            <a:off x="5564777" y="3698088"/>
            <a:ext cx="6508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 rot="5400000" flipV="1">
            <a:off x="5330777" y="3662088"/>
            <a:ext cx="540000" cy="7200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ea"/>
            </a:endParaRPr>
          </a:p>
        </p:txBody>
      </p:sp>
      <p:cxnSp>
        <p:nvCxnSpPr>
          <p:cNvPr id="81" name="直接连接符 80"/>
          <p:cNvCxnSpPr>
            <a:stCxn id="82" idx="0"/>
          </p:cNvCxnSpPr>
          <p:nvPr/>
        </p:nvCxnSpPr>
        <p:spPr>
          <a:xfrm>
            <a:off x="5564777" y="5545316"/>
            <a:ext cx="88232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 rot="5400000" flipV="1">
            <a:off x="5330777" y="5509316"/>
            <a:ext cx="540000" cy="72000"/>
          </a:xfrm>
          <a:prstGeom prst="rect">
            <a:avLst/>
          </a:prstGeom>
          <a:solidFill>
            <a:schemeClr val="accent5"/>
          </a:solidFill>
          <a:ln w="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+mn-ea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6447099" y="2268343"/>
            <a:ext cx="0" cy="3291139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H="1">
            <a:off x="6447099" y="2268343"/>
            <a:ext cx="2340253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H="1">
            <a:off x="6215605" y="2032005"/>
            <a:ext cx="257174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6215605" y="2032005"/>
            <a:ext cx="0" cy="166608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请输入你的章节标题→图示✪</a:t>
            </a:r>
            <a:r>
              <a:rPr lang="en-US" altLang="zh-CN" dirty="0">
                <a:ea typeface="+mn-ea"/>
                <a:cs typeface="+mn-ea"/>
              </a:rPr>
              <a:t>29✪</a:t>
            </a:r>
            <a:r>
              <a:rPr lang="zh-CN" altLang="en-US" dirty="0">
                <a:ea typeface="+mn-ea"/>
                <a:cs typeface="+mn-ea"/>
              </a:rPr>
              <a:t>折</a:t>
            </a:r>
            <a:r>
              <a:rPr lang="en-US" altLang="zh-CN" dirty="0">
                <a:ea typeface="+mn-ea"/>
                <a:cs typeface="+mn-ea"/>
              </a:rPr>
              <a:t>/</a:t>
            </a:r>
            <a:r>
              <a:rPr lang="zh-CN" altLang="en-US" dirty="0">
                <a:ea typeface="+mn-ea"/>
                <a:cs typeface="+mn-ea"/>
              </a:rPr>
              <a:t>曲线图</a:t>
            </a:r>
          </a:p>
        </p:txBody>
      </p:sp>
      <p:graphicFrame>
        <p:nvGraphicFramePr>
          <p:cNvPr id="7" name="图表 6"/>
          <p:cNvGraphicFramePr/>
          <p:nvPr/>
        </p:nvGraphicFramePr>
        <p:xfrm>
          <a:off x="660400" y="1513840"/>
          <a:ext cx="6240272" cy="4624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矩形 10"/>
          <p:cNvSpPr/>
          <p:nvPr/>
        </p:nvSpPr>
        <p:spPr>
          <a:xfrm>
            <a:off x="7439660" y="2063115"/>
            <a:ext cx="2539790" cy="230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6960" y="1856813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请输入你的小标题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426960" y="2256923"/>
            <a:ext cx="4091940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当您单击设计并选择新的主题时，图片、图表或图形将会更改以匹配新的主题</a:t>
            </a:r>
          </a:p>
        </p:txBody>
      </p:sp>
      <p:sp>
        <p:nvSpPr>
          <p:cNvPr id="17" name="矩形 16"/>
          <p:cNvSpPr/>
          <p:nvPr/>
        </p:nvSpPr>
        <p:spPr>
          <a:xfrm>
            <a:off x="7439660" y="4440555"/>
            <a:ext cx="2539790" cy="230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26960" y="4234253"/>
            <a:ext cx="235017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rPr>
              <a:t>请输入你的小标题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26960" y="4634363"/>
            <a:ext cx="4091940" cy="7774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当您单击设计并选择新的主题时，图片、图表或图形将会更改以匹配新的主题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7426960" y="3632200"/>
            <a:ext cx="4091940" cy="0"/>
          </a:xfrm>
          <a:prstGeom prst="line">
            <a:avLst/>
          </a:prstGeom>
          <a:ln w="12700">
            <a:gradFill flip="none" rotWithShape="1">
              <a:gsLst>
                <a:gs pos="100000">
                  <a:schemeClr val="bg1">
                    <a:lumMod val="85000"/>
                    <a:alpha val="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44</a:t>
            </a:fld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请输入你的章节标题→图示✪</a:t>
            </a:r>
            <a:r>
              <a:rPr lang="en-US" altLang="zh-CN" dirty="0"/>
              <a:t>30✪</a:t>
            </a:r>
            <a:r>
              <a:rPr lang="zh-CN" altLang="en-US" dirty="0"/>
              <a:t>表格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请输入你的主标题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请输入你的副标题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73100" y="2766350"/>
          <a:ext cx="10845800" cy="33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6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实验对象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变量 </a:t>
                      </a:r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变量 </a:t>
                      </a:r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变量 </a:t>
                      </a:r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变量 </a:t>
                      </a:r>
                      <a:r>
                        <a:rPr lang="en-US" altLang="zh-CN" sz="2000" dirty="0"/>
                        <a:t>4</a:t>
                      </a:r>
                      <a:endParaRPr lang="zh-CN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对象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对象 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对象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不合格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不合格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不合格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对象 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合格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45</a:t>
            </a:fld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请输入你的章节标题→图示✪</a:t>
            </a:r>
            <a:r>
              <a:rPr lang="en-US" altLang="zh-CN" dirty="0"/>
              <a:t>31✪</a:t>
            </a:r>
            <a:r>
              <a:rPr lang="zh-CN" altLang="en-US" dirty="0"/>
              <a:t>甘特图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请输入你的主标题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请输入你的副标题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46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73100" y="2766349"/>
          <a:ext cx="10845800" cy="3362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6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行程内容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时间段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时间段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时间段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</a:rPr>
                        <a:t>时间段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活动行程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活动行程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活动行程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活动行程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: 圆角 7"/>
          <p:cNvSpPr/>
          <p:nvPr/>
        </p:nvSpPr>
        <p:spPr>
          <a:xfrm>
            <a:off x="3376130" y="3477768"/>
            <a:ext cx="2191824" cy="4382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5366557" y="4189187"/>
            <a:ext cx="1004098" cy="4382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6095999" y="4900606"/>
            <a:ext cx="3540369" cy="4382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9475480" y="5612025"/>
            <a:ext cx="1738480" cy="438250"/>
          </a:xfrm>
          <a:prstGeom prst="roundRect">
            <a:avLst>
              <a:gd name="adj" fmla="val 50000"/>
            </a:avLst>
          </a:prstGeom>
          <a:pattFill prst="pct10">
            <a:fgClr>
              <a:schemeClr val="bg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 dirty="0">
                <a:ea typeface="+mn-ea"/>
                <a:cs typeface="+mn-ea"/>
              </a:rPr>
              <a:t>参考文献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CN" spc="400" dirty="0">
                <a:solidFill>
                  <a:prstClr val="white">
                    <a:lumMod val="75000"/>
                  </a:prstClr>
                </a:solidFill>
                <a:cs typeface="+mn-ea"/>
              </a:rPr>
              <a:t>Relevant Reference</a:t>
            </a:r>
            <a:endParaRPr lang="en-US" altLang="zh-CN" sz="1000" spc="400" dirty="0">
              <a:solidFill>
                <a:prstClr val="white">
                  <a:lumMod val="75000"/>
                </a:prstClr>
              </a:solidFill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4588" t="13433" r="24588" b="26261"/>
          <a:stretch>
            <a:fillRect/>
          </a:stretch>
        </p:blipFill>
        <p:spPr>
          <a:xfrm>
            <a:off x="1104797" y="1337624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0400" y="1561923"/>
            <a:ext cx="10062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kern="100" dirty="0">
                <a:latin typeface="+mn-ea"/>
              </a:rPr>
              <a:t>［</a:t>
            </a:r>
            <a:r>
              <a:rPr lang="en-US" altLang="zh-CN" kern="100" dirty="0">
                <a:latin typeface="+mn-ea"/>
              </a:rPr>
              <a:t>1</a:t>
            </a:r>
            <a:r>
              <a:rPr lang="zh-CN" altLang="zh-CN" kern="100" dirty="0">
                <a:latin typeface="+mn-ea"/>
              </a:rPr>
              <a:t>］吴克坚，于晓红，钱瑞明主编</a:t>
            </a:r>
            <a:r>
              <a:rPr lang="en-US" altLang="zh-CN" kern="100" dirty="0">
                <a:latin typeface="+mn-ea"/>
              </a:rPr>
              <a:t>. </a:t>
            </a:r>
            <a:r>
              <a:rPr lang="zh-CN" altLang="zh-CN" kern="100" dirty="0">
                <a:latin typeface="+mn-ea"/>
              </a:rPr>
              <a:t>设计原理与方法Ⅰ（</a:t>
            </a:r>
            <a:r>
              <a:rPr lang="en-US" altLang="zh-CN" kern="100" dirty="0">
                <a:latin typeface="+mn-ea"/>
              </a:rPr>
              <a:t>2</a:t>
            </a:r>
            <a:r>
              <a:rPr lang="zh-CN" altLang="zh-CN" kern="100" dirty="0">
                <a:latin typeface="+mn-ea"/>
              </a:rPr>
              <a:t>）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zh-CN" kern="100" dirty="0">
                <a:latin typeface="+mn-ea"/>
              </a:rPr>
              <a:t>北京</a:t>
            </a:r>
            <a:r>
              <a:rPr lang="en-US" altLang="zh-CN" kern="100" dirty="0">
                <a:latin typeface="+mn-ea"/>
              </a:rPr>
              <a:t>:</a:t>
            </a:r>
            <a:r>
              <a:rPr lang="zh-CN" altLang="zh-CN" kern="100" dirty="0">
                <a:latin typeface="+mn-ea"/>
              </a:rPr>
              <a:t>高等教育出版社</a:t>
            </a:r>
            <a:r>
              <a:rPr lang="en-US" altLang="zh-CN" kern="100" dirty="0">
                <a:latin typeface="+mn-ea"/>
              </a:rPr>
              <a:t>,2005</a:t>
            </a:r>
            <a:endParaRPr lang="zh-CN" altLang="zh-CN" kern="100" dirty="0">
              <a:latin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0400" y="2167832"/>
            <a:ext cx="909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100" dirty="0">
                <a:latin typeface="+mn-ea"/>
              </a:rPr>
              <a:t>［</a:t>
            </a:r>
            <a:r>
              <a:rPr lang="en-US" altLang="zh-CN" kern="100" dirty="0">
                <a:latin typeface="+mn-ea"/>
              </a:rPr>
              <a:t>2</a:t>
            </a:r>
            <a:r>
              <a:rPr lang="zh-CN" altLang="en-US" kern="100" dirty="0">
                <a:latin typeface="+mn-ea"/>
              </a:rPr>
              <a:t>］王之栎</a:t>
            </a:r>
            <a:r>
              <a:rPr lang="en-US" altLang="zh-CN" kern="100" dirty="0">
                <a:latin typeface="+mn-ea"/>
              </a:rPr>
              <a:t>,</a:t>
            </a:r>
            <a:r>
              <a:rPr lang="zh-CN" altLang="en-US" kern="100" dirty="0">
                <a:latin typeface="+mn-ea"/>
              </a:rPr>
              <a:t>王之康主编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机械设计综合课程设计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北京</a:t>
            </a:r>
            <a:r>
              <a:rPr lang="en-US" altLang="zh-CN" kern="100" dirty="0">
                <a:latin typeface="+mn-ea"/>
              </a:rPr>
              <a:t>:</a:t>
            </a:r>
            <a:r>
              <a:rPr lang="zh-CN" altLang="en-US" kern="100" dirty="0">
                <a:latin typeface="+mn-ea"/>
              </a:rPr>
              <a:t>机械工业出版社</a:t>
            </a:r>
            <a:r>
              <a:rPr lang="en-US" altLang="zh-CN" kern="100" dirty="0">
                <a:latin typeface="+mn-ea"/>
              </a:rPr>
              <a:t>,2015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60400" y="2773741"/>
            <a:ext cx="909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100" dirty="0">
                <a:latin typeface="+mn-ea"/>
              </a:rPr>
              <a:t>［</a:t>
            </a:r>
            <a:r>
              <a:rPr lang="en-US" altLang="zh-CN" kern="100" dirty="0">
                <a:latin typeface="+mn-ea"/>
              </a:rPr>
              <a:t>3</a:t>
            </a:r>
            <a:r>
              <a:rPr lang="zh-CN" altLang="en-US" kern="100" dirty="0">
                <a:latin typeface="+mn-ea"/>
              </a:rPr>
              <a:t>］王宪伦，徐俊主编</a:t>
            </a:r>
            <a:r>
              <a:rPr lang="en-US" altLang="zh-CN" kern="100" dirty="0">
                <a:latin typeface="+mn-ea"/>
              </a:rPr>
              <a:t>. </a:t>
            </a:r>
            <a:r>
              <a:rPr lang="zh-CN" altLang="en-US" kern="100" dirty="0">
                <a:latin typeface="+mn-ea"/>
              </a:rPr>
              <a:t>机械设计课程设计</a:t>
            </a:r>
            <a:r>
              <a:rPr lang="en-US" altLang="zh-CN" kern="100" dirty="0">
                <a:latin typeface="+mn-ea"/>
              </a:rPr>
              <a:t>. </a:t>
            </a:r>
            <a:r>
              <a:rPr lang="zh-CN" altLang="en-US" kern="100" dirty="0">
                <a:latin typeface="+mn-ea"/>
              </a:rPr>
              <a:t>北京</a:t>
            </a:r>
            <a:r>
              <a:rPr lang="en-US" altLang="zh-CN" kern="100" dirty="0">
                <a:latin typeface="+mn-ea"/>
              </a:rPr>
              <a:t>:</a:t>
            </a:r>
            <a:r>
              <a:rPr lang="zh-CN" altLang="en-US" kern="100" dirty="0">
                <a:latin typeface="+mn-ea"/>
              </a:rPr>
              <a:t>化学工业出版社，</a:t>
            </a:r>
            <a:r>
              <a:rPr lang="en-US" altLang="zh-CN" kern="100" dirty="0">
                <a:latin typeface="+mn-ea"/>
              </a:rPr>
              <a:t>2016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60400" y="3379650"/>
            <a:ext cx="909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100" dirty="0">
                <a:latin typeface="+mn-ea"/>
              </a:rPr>
              <a:t>［</a:t>
            </a:r>
            <a:r>
              <a:rPr lang="en-US" altLang="zh-CN" kern="100" dirty="0">
                <a:latin typeface="+mn-ea"/>
              </a:rPr>
              <a:t>4</a:t>
            </a:r>
            <a:r>
              <a:rPr lang="zh-CN" altLang="en-US" kern="100" dirty="0">
                <a:latin typeface="+mn-ea"/>
              </a:rPr>
              <a:t>］龚桂义主编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机械设计课程设计图册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北京</a:t>
            </a:r>
            <a:r>
              <a:rPr lang="en-US" altLang="zh-CN" kern="100" dirty="0">
                <a:latin typeface="+mn-ea"/>
              </a:rPr>
              <a:t>:</a:t>
            </a:r>
            <a:r>
              <a:rPr lang="zh-CN" altLang="en-US" kern="100" dirty="0">
                <a:latin typeface="+mn-ea"/>
              </a:rPr>
              <a:t>高等教育出版社</a:t>
            </a:r>
            <a:r>
              <a:rPr lang="en-US" altLang="zh-CN" kern="100" dirty="0">
                <a:latin typeface="+mn-ea"/>
              </a:rPr>
              <a:t>,2013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0400" y="3985559"/>
            <a:ext cx="909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100" dirty="0">
                <a:latin typeface="+mn-ea"/>
              </a:rPr>
              <a:t>［</a:t>
            </a:r>
            <a:r>
              <a:rPr lang="en-US" altLang="zh-CN" kern="100" dirty="0">
                <a:latin typeface="+mn-ea"/>
              </a:rPr>
              <a:t>5</a:t>
            </a:r>
            <a:r>
              <a:rPr lang="zh-CN" altLang="en-US" kern="100" dirty="0">
                <a:latin typeface="+mn-ea"/>
              </a:rPr>
              <a:t>］顾玉坚，李世兰主编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工程制图基础</a:t>
            </a:r>
            <a:r>
              <a:rPr lang="en-US" altLang="zh-CN" kern="100" dirty="0">
                <a:latin typeface="+mn-ea"/>
              </a:rPr>
              <a:t>. </a:t>
            </a:r>
            <a:r>
              <a:rPr lang="zh-CN" altLang="en-US" kern="100" dirty="0">
                <a:latin typeface="+mn-ea"/>
              </a:rPr>
              <a:t>北京</a:t>
            </a:r>
            <a:r>
              <a:rPr lang="en-US" altLang="zh-CN" kern="100" dirty="0">
                <a:latin typeface="+mn-ea"/>
              </a:rPr>
              <a:t>:</a:t>
            </a:r>
            <a:r>
              <a:rPr lang="zh-CN" altLang="en-US" kern="100" dirty="0">
                <a:latin typeface="+mn-ea"/>
              </a:rPr>
              <a:t>高等教育出版社</a:t>
            </a:r>
            <a:r>
              <a:rPr lang="en-US" altLang="zh-CN" kern="100" dirty="0">
                <a:latin typeface="+mn-ea"/>
              </a:rPr>
              <a:t>,2015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60400" y="4591470"/>
            <a:ext cx="909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100" dirty="0">
                <a:latin typeface="+mn-ea"/>
              </a:rPr>
              <a:t>［</a:t>
            </a:r>
            <a:r>
              <a:rPr lang="en-US" altLang="zh-CN" kern="100" dirty="0">
                <a:latin typeface="+mn-ea"/>
              </a:rPr>
              <a:t>6</a:t>
            </a:r>
            <a:r>
              <a:rPr lang="zh-CN" altLang="en-US" kern="100" dirty="0">
                <a:latin typeface="+mn-ea"/>
              </a:rPr>
              <a:t>］机械设计手册编委会编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机械设计手册</a:t>
            </a:r>
            <a:r>
              <a:rPr lang="en-US" altLang="zh-CN" kern="100" dirty="0">
                <a:latin typeface="+mn-ea"/>
              </a:rPr>
              <a:t>.</a:t>
            </a:r>
            <a:r>
              <a:rPr lang="zh-CN" altLang="en-US" kern="100" dirty="0">
                <a:latin typeface="+mn-ea"/>
              </a:rPr>
              <a:t>北京</a:t>
            </a:r>
            <a:r>
              <a:rPr lang="en-US" altLang="zh-CN" kern="100" dirty="0">
                <a:latin typeface="+mn-ea"/>
              </a:rPr>
              <a:t>:</a:t>
            </a:r>
            <a:r>
              <a:rPr lang="zh-CN" altLang="en-US" kern="100" dirty="0">
                <a:latin typeface="+mn-ea"/>
              </a:rPr>
              <a:t>机械工业出版社</a:t>
            </a:r>
            <a:r>
              <a:rPr lang="en-US" altLang="zh-CN" kern="100" dirty="0">
                <a:latin typeface="+mn-ea"/>
              </a:rPr>
              <a:t>,2005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914400" y="1999835"/>
            <a:ext cx="93370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914400" y="2603842"/>
            <a:ext cx="93370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914400" y="3207849"/>
            <a:ext cx="93370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914400" y="3811856"/>
            <a:ext cx="93370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914400" y="4415863"/>
            <a:ext cx="93370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914400" y="5019869"/>
            <a:ext cx="933704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/>
          <p:nvPr/>
        </p:nvPicPr>
        <p:blipFill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67358" y="1162785"/>
            <a:ext cx="4964242" cy="4964230"/>
          </a:xfrm>
          <a:custGeom>
            <a:avLst/>
            <a:gdLst>
              <a:gd name="connsiteX0" fmla="*/ 1026607 w 2053214"/>
              <a:gd name="connsiteY0" fmla="*/ 0 h 2053210"/>
              <a:gd name="connsiteX1" fmla="*/ 2053214 w 2053214"/>
              <a:gd name="connsiteY1" fmla="*/ 1026605 h 2053210"/>
              <a:gd name="connsiteX2" fmla="*/ 1026607 w 2053214"/>
              <a:gd name="connsiteY2" fmla="*/ 2053210 h 2053210"/>
              <a:gd name="connsiteX3" fmla="*/ 0 w 2053214"/>
              <a:gd name="connsiteY3" fmla="*/ 1026605 h 2053210"/>
              <a:gd name="connsiteX4" fmla="*/ 1026607 w 2053214"/>
              <a:gd name="connsiteY4" fmla="*/ 0 h 205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14" h="2053210">
                <a:moveTo>
                  <a:pt x="1026607" y="0"/>
                </a:moveTo>
                <a:cubicBezTo>
                  <a:pt x="1593586" y="0"/>
                  <a:pt x="2053214" y="459627"/>
                  <a:pt x="2053214" y="1026605"/>
                </a:cubicBezTo>
                <a:cubicBezTo>
                  <a:pt x="2053214" y="1593583"/>
                  <a:pt x="1593586" y="2053210"/>
                  <a:pt x="1026607" y="2053210"/>
                </a:cubicBezTo>
                <a:cubicBezTo>
                  <a:pt x="459628" y="2053210"/>
                  <a:pt x="0" y="1593583"/>
                  <a:pt x="0" y="1026605"/>
                </a:cubicBezTo>
                <a:cubicBezTo>
                  <a:pt x="0" y="459627"/>
                  <a:pt x="459628" y="0"/>
                  <a:pt x="1026607" y="0"/>
                </a:cubicBezTo>
                <a:close/>
              </a:path>
            </a:pathLst>
          </a:cu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48</a:t>
            </a:fld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悉心指导！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感谢各位老师的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spc="450" dirty="0"/>
              <a:t>Thanks For Your Guidance </a:t>
            </a:r>
          </a:p>
        </p:txBody>
      </p:sp>
      <p:sp>
        <p:nvSpPr>
          <p:cNvPr id="6" name="矩形 5"/>
          <p:cNvSpPr/>
          <p:nvPr/>
        </p:nvSpPr>
        <p:spPr>
          <a:xfrm>
            <a:off x="652958" y="4379642"/>
            <a:ext cx="2506802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答辩人：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XXXX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19835" y="4379642"/>
            <a:ext cx="2280347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指导老师：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XXXX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7504" y="4899847"/>
            <a:ext cx="368097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答辩日期：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XXXX/XX/XX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3859</Words>
  <Application>Microsoft Office PowerPoint</Application>
  <PresentationFormat>宽屏</PresentationFormat>
  <Paragraphs>529</Paragraphs>
  <Slides>49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等线</vt:lpstr>
      <vt:lpstr>Microsoft YaHei</vt:lpstr>
      <vt:lpstr>Microsoft YaHei</vt:lpstr>
      <vt:lpstr>Arial</vt:lpstr>
      <vt:lpstr>Calibri</vt:lpstr>
      <vt:lpstr>Impact</vt:lpstr>
      <vt:lpstr>Segoe UI</vt:lpstr>
      <vt:lpstr>Segoe UI Light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昊然 王</cp:lastModifiedBy>
  <cp:revision>32</cp:revision>
  <dcterms:created xsi:type="dcterms:W3CDTF">2019-03-11T14:11:00Z</dcterms:created>
  <dcterms:modified xsi:type="dcterms:W3CDTF">2026-06-15T03:21:25Z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F54980CDA5DD461196B7AFF3027FE273_12</vt:lpwstr>
  </property>
  <property fmtid="{D5CDD505-2E9C-101B-9397-08002B2CF9AE}" pid="3" name="KSOProductBuildVer">
    <vt:lpwstr>2052-12.1.0.21171</vt:lpwstr>
  </property>
</Properties>
</file>